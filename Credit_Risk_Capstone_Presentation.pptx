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2" r:id="rId14"/>
    <p:sldId id="268" r:id="rId15"/>
    <p:sldId id="271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DB5D2C-5997-47AB-B35C-6D8DE1E6B4C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11E2510-31FE-4752-8BB5-C098A9D3C7A4}">
      <dgm:prSet/>
      <dgm:spPr/>
      <dgm:t>
        <a:bodyPr/>
        <a:lstStyle/>
        <a:p>
          <a:pPr>
            <a:defRPr b="1"/>
          </a:pPr>
          <a:r>
            <a:rPr lang="en-US" b="1"/>
            <a:t>Project Overview</a:t>
          </a:r>
          <a:endParaRPr lang="en-US"/>
        </a:p>
      </dgm:t>
    </dgm:pt>
    <dgm:pt modelId="{9D76BB60-04A0-4238-88DB-91F3158AEF63}" type="parTrans" cxnId="{C0BBA0E6-0D47-4690-84D3-40DD65DDC07D}">
      <dgm:prSet/>
      <dgm:spPr/>
      <dgm:t>
        <a:bodyPr/>
        <a:lstStyle/>
        <a:p>
          <a:endParaRPr lang="en-US"/>
        </a:p>
      </dgm:t>
    </dgm:pt>
    <dgm:pt modelId="{34173C5A-EC77-4DB4-8A89-DA726FBA62D1}" type="sibTrans" cxnId="{C0BBA0E6-0D47-4690-84D3-40DD65DDC07D}">
      <dgm:prSet/>
      <dgm:spPr/>
      <dgm:t>
        <a:bodyPr/>
        <a:lstStyle/>
        <a:p>
          <a:endParaRPr lang="en-US"/>
        </a:p>
      </dgm:t>
    </dgm:pt>
    <dgm:pt modelId="{D091BCD7-E1AD-4D4E-BD7A-A50270F15301}">
      <dgm:prSet/>
      <dgm:spPr/>
      <dgm:t>
        <a:bodyPr/>
        <a:lstStyle/>
        <a:p>
          <a:r>
            <a:rPr lang="en-US"/>
            <a:t>Predict loan default probability for improved lending decisions</a:t>
          </a:r>
        </a:p>
      </dgm:t>
    </dgm:pt>
    <dgm:pt modelId="{23FC1CF3-FCA2-4874-A4DA-7CFAE0AA9AE8}" type="parTrans" cxnId="{F4D972CF-236E-4A93-9EAC-51AB40021E92}">
      <dgm:prSet/>
      <dgm:spPr/>
      <dgm:t>
        <a:bodyPr/>
        <a:lstStyle/>
        <a:p>
          <a:endParaRPr lang="en-US"/>
        </a:p>
      </dgm:t>
    </dgm:pt>
    <dgm:pt modelId="{18F44CA8-E39D-4030-B115-79715AF6DEA6}" type="sibTrans" cxnId="{F4D972CF-236E-4A93-9EAC-51AB40021E92}">
      <dgm:prSet/>
      <dgm:spPr/>
      <dgm:t>
        <a:bodyPr/>
        <a:lstStyle/>
        <a:p>
          <a:endParaRPr lang="en-US"/>
        </a:p>
      </dgm:t>
    </dgm:pt>
    <dgm:pt modelId="{243329DE-532C-4D59-8FD2-9C5C17B86855}">
      <dgm:prSet/>
      <dgm:spPr/>
      <dgm:t>
        <a:bodyPr/>
        <a:lstStyle/>
        <a:p>
          <a:r>
            <a:rPr lang="en-US"/>
            <a:t>Dataset: 1.5M applications, 32 tables, 1,139 features</a:t>
          </a:r>
        </a:p>
      </dgm:t>
    </dgm:pt>
    <dgm:pt modelId="{568FA384-DC29-4629-9134-1D0D0A7F3651}" type="parTrans" cxnId="{A4A27242-6B2C-4CD2-AF81-17BD4F905A1A}">
      <dgm:prSet/>
      <dgm:spPr/>
      <dgm:t>
        <a:bodyPr/>
        <a:lstStyle/>
        <a:p>
          <a:endParaRPr lang="en-US"/>
        </a:p>
      </dgm:t>
    </dgm:pt>
    <dgm:pt modelId="{F57A4F56-F190-4A3E-91EA-C8038051C711}" type="sibTrans" cxnId="{A4A27242-6B2C-4CD2-AF81-17BD4F905A1A}">
      <dgm:prSet/>
      <dgm:spPr/>
      <dgm:t>
        <a:bodyPr/>
        <a:lstStyle/>
        <a:p>
          <a:endParaRPr lang="en-US"/>
        </a:p>
      </dgm:t>
    </dgm:pt>
    <dgm:pt modelId="{83788BD6-FE77-4C48-9310-F7F83253A90F}">
      <dgm:prSet/>
      <dgm:spPr/>
      <dgm:t>
        <a:bodyPr/>
        <a:lstStyle/>
        <a:p>
          <a:r>
            <a:rPr lang="en-US"/>
            <a:t>Challenge: 30.8:1 class imbalance (3.14% default rate)</a:t>
          </a:r>
        </a:p>
      </dgm:t>
    </dgm:pt>
    <dgm:pt modelId="{2F1B908A-8D1F-49C7-B610-1AC59FA14585}" type="parTrans" cxnId="{61706C97-628F-4D02-83B2-B86076445098}">
      <dgm:prSet/>
      <dgm:spPr/>
      <dgm:t>
        <a:bodyPr/>
        <a:lstStyle/>
        <a:p>
          <a:endParaRPr lang="en-US"/>
        </a:p>
      </dgm:t>
    </dgm:pt>
    <dgm:pt modelId="{1098D31B-7442-4F42-95C0-7988CF3E48E1}" type="sibTrans" cxnId="{61706C97-628F-4D02-83B2-B86076445098}">
      <dgm:prSet/>
      <dgm:spPr/>
      <dgm:t>
        <a:bodyPr/>
        <a:lstStyle/>
        <a:p>
          <a:endParaRPr lang="en-US"/>
        </a:p>
      </dgm:t>
    </dgm:pt>
    <dgm:pt modelId="{CE1A06A6-423F-4DBF-9EBE-6B2E4A530DDB}">
      <dgm:prSet/>
      <dgm:spPr/>
      <dgm:t>
        <a:bodyPr/>
        <a:lstStyle/>
        <a:p>
          <a:r>
            <a:rPr lang="en-US"/>
            <a:t>Solution: LightGBM with SHAP explainability</a:t>
          </a:r>
        </a:p>
      </dgm:t>
    </dgm:pt>
    <dgm:pt modelId="{D8A51BBA-DB61-4F92-8413-351C6F9D1BEE}" type="parTrans" cxnId="{26CDDCAA-C399-4AF7-8E71-056A2AC6178F}">
      <dgm:prSet/>
      <dgm:spPr/>
      <dgm:t>
        <a:bodyPr/>
        <a:lstStyle/>
        <a:p>
          <a:endParaRPr lang="en-US"/>
        </a:p>
      </dgm:t>
    </dgm:pt>
    <dgm:pt modelId="{EE533B71-FF12-44B6-B329-829F550BF4C1}" type="sibTrans" cxnId="{26CDDCAA-C399-4AF7-8E71-056A2AC6178F}">
      <dgm:prSet/>
      <dgm:spPr/>
      <dgm:t>
        <a:bodyPr/>
        <a:lstStyle/>
        <a:p>
          <a:endParaRPr lang="en-US"/>
        </a:p>
      </dgm:t>
    </dgm:pt>
    <dgm:pt modelId="{5B93BC2E-73AE-41B0-9A9D-B3675A03AC55}">
      <dgm:prSet/>
      <dgm:spPr/>
      <dgm:t>
        <a:bodyPr/>
        <a:lstStyle/>
        <a:p>
          <a:pPr>
            <a:defRPr b="1"/>
          </a:pPr>
          <a:r>
            <a:rPr lang="en-US" b="1"/>
            <a:t>Key Achievement</a:t>
          </a:r>
          <a:endParaRPr lang="en-US"/>
        </a:p>
      </dgm:t>
    </dgm:pt>
    <dgm:pt modelId="{A7901A13-44F3-446B-90AD-13D251C8EFE8}" type="parTrans" cxnId="{FDACBF2C-BDC3-4482-8862-813CDC222DFD}">
      <dgm:prSet/>
      <dgm:spPr/>
      <dgm:t>
        <a:bodyPr/>
        <a:lstStyle/>
        <a:p>
          <a:endParaRPr lang="en-US"/>
        </a:p>
      </dgm:t>
    </dgm:pt>
    <dgm:pt modelId="{B6DDCF91-F3DF-41ED-926D-2EA77BF35360}" type="sibTrans" cxnId="{FDACBF2C-BDC3-4482-8862-813CDC222DFD}">
      <dgm:prSet/>
      <dgm:spPr/>
      <dgm:t>
        <a:bodyPr/>
        <a:lstStyle/>
        <a:p>
          <a:endParaRPr lang="en-US"/>
        </a:p>
      </dgm:t>
    </dgm:pt>
    <dgm:pt modelId="{83E89E36-501B-4A3C-BD7A-05CAF29B1193}">
      <dgm:prSet/>
      <dgm:spPr/>
      <dgm:t>
        <a:bodyPr/>
        <a:lstStyle/>
        <a:p>
          <a:r>
            <a:rPr lang="en-US"/>
            <a:t> AUC-ROC: 0.8030 (Target ≥0.75) - EXCEEDED by 7%</a:t>
          </a:r>
        </a:p>
      </dgm:t>
    </dgm:pt>
    <dgm:pt modelId="{3B02B012-FC69-4681-92D7-CC5373C5E121}" type="parTrans" cxnId="{9C244A7B-54CD-4FAA-B90B-46EC3A468B24}">
      <dgm:prSet/>
      <dgm:spPr/>
      <dgm:t>
        <a:bodyPr/>
        <a:lstStyle/>
        <a:p>
          <a:endParaRPr lang="en-US"/>
        </a:p>
      </dgm:t>
    </dgm:pt>
    <dgm:pt modelId="{D6EF0E6F-CC9A-4EB7-B846-A02D4C08A53D}" type="sibTrans" cxnId="{9C244A7B-54CD-4FAA-B90B-46EC3A468B24}">
      <dgm:prSet/>
      <dgm:spPr/>
      <dgm:t>
        <a:bodyPr/>
        <a:lstStyle/>
        <a:p>
          <a:endParaRPr lang="en-US"/>
        </a:p>
      </dgm:t>
    </dgm:pt>
    <dgm:pt modelId="{C383F0CF-ACF1-4370-9A02-6723041F7572}">
      <dgm:prSet/>
      <dgm:spPr/>
      <dgm:t>
        <a:bodyPr/>
        <a:lstStyle/>
        <a:p>
          <a:pPr>
            <a:defRPr b="1"/>
          </a:pPr>
          <a:r>
            <a:rPr lang="en-US" b="1"/>
            <a:t>Business Impact</a:t>
          </a:r>
          <a:endParaRPr lang="en-US"/>
        </a:p>
      </dgm:t>
    </dgm:pt>
    <dgm:pt modelId="{91A04E3B-F995-45CE-8852-ED3D20F1B81D}" type="parTrans" cxnId="{26C74A5A-A00A-4EB1-97E1-6C9989ED827B}">
      <dgm:prSet/>
      <dgm:spPr/>
      <dgm:t>
        <a:bodyPr/>
        <a:lstStyle/>
        <a:p>
          <a:endParaRPr lang="en-US"/>
        </a:p>
      </dgm:t>
    </dgm:pt>
    <dgm:pt modelId="{4A4BD9AE-ED7D-4B05-B07E-DA5F86C59846}" type="sibTrans" cxnId="{26C74A5A-A00A-4EB1-97E1-6C9989ED827B}">
      <dgm:prSet/>
      <dgm:spPr/>
      <dgm:t>
        <a:bodyPr/>
        <a:lstStyle/>
        <a:p>
          <a:endParaRPr lang="en-US"/>
        </a:p>
      </dgm:t>
    </dgm:pt>
    <dgm:pt modelId="{C0B56488-6654-4BEB-B321-DAC64FD00498}">
      <dgm:prSet/>
      <dgm:spPr/>
      <dgm:t>
        <a:bodyPr/>
        <a:lstStyle/>
        <a:p>
          <a:r>
            <a:rPr lang="en-US"/>
            <a:t>Reduce default rate by 15-20%</a:t>
          </a:r>
        </a:p>
      </dgm:t>
    </dgm:pt>
    <dgm:pt modelId="{1D27D44B-2DE5-45A1-97E0-9463D3516B9C}" type="parTrans" cxnId="{F4BD4EEE-8A75-4665-A9E7-EDEEABFB0211}">
      <dgm:prSet/>
      <dgm:spPr/>
      <dgm:t>
        <a:bodyPr/>
        <a:lstStyle/>
        <a:p>
          <a:endParaRPr lang="en-US"/>
        </a:p>
      </dgm:t>
    </dgm:pt>
    <dgm:pt modelId="{84E43212-DAAA-4588-9722-095E758A10C5}" type="sibTrans" cxnId="{F4BD4EEE-8A75-4665-A9E7-EDEEABFB0211}">
      <dgm:prSet/>
      <dgm:spPr/>
      <dgm:t>
        <a:bodyPr/>
        <a:lstStyle/>
        <a:p>
          <a:endParaRPr lang="en-US"/>
        </a:p>
      </dgm:t>
    </dgm:pt>
    <dgm:pt modelId="{29EC9A6D-F772-4A4E-AC2A-33FF2956C6D3}">
      <dgm:prSet/>
      <dgm:spPr/>
      <dgm:t>
        <a:bodyPr/>
        <a:lstStyle/>
        <a:p>
          <a:r>
            <a:rPr lang="en-US"/>
            <a:t>Enable financial inclusion for 26M credit-invisible people</a:t>
          </a:r>
        </a:p>
      </dgm:t>
    </dgm:pt>
    <dgm:pt modelId="{5DAFFF45-5721-48FB-BE03-E308CF6CAC56}" type="parTrans" cxnId="{E3BE7556-3BE1-4B28-833E-51AD0F05FDFD}">
      <dgm:prSet/>
      <dgm:spPr/>
      <dgm:t>
        <a:bodyPr/>
        <a:lstStyle/>
        <a:p>
          <a:endParaRPr lang="en-US"/>
        </a:p>
      </dgm:t>
    </dgm:pt>
    <dgm:pt modelId="{525A385B-5AD3-4EFD-9630-CE3BB8AB8F91}" type="sibTrans" cxnId="{E3BE7556-3BE1-4B28-833E-51AD0F05FDFD}">
      <dgm:prSet/>
      <dgm:spPr/>
      <dgm:t>
        <a:bodyPr/>
        <a:lstStyle/>
        <a:p>
          <a:endParaRPr lang="en-US"/>
        </a:p>
      </dgm:t>
    </dgm:pt>
    <dgm:pt modelId="{4F48C168-4093-4525-856A-A58558F577BF}">
      <dgm:prSet/>
      <dgm:spPr/>
      <dgm:t>
        <a:bodyPr/>
        <a:lstStyle/>
        <a:p>
          <a:r>
            <a:rPr lang="en-US"/>
            <a:t>Provide transparent, explainable AI decisions</a:t>
          </a:r>
        </a:p>
      </dgm:t>
    </dgm:pt>
    <dgm:pt modelId="{835B10A1-D7E7-482F-A7D1-72EA607E263A}" type="parTrans" cxnId="{B25829D2-24B1-439A-AED8-6FED3619558F}">
      <dgm:prSet/>
      <dgm:spPr/>
      <dgm:t>
        <a:bodyPr/>
        <a:lstStyle/>
        <a:p>
          <a:endParaRPr lang="en-US"/>
        </a:p>
      </dgm:t>
    </dgm:pt>
    <dgm:pt modelId="{8D17165B-FA26-46E3-A231-3FB18150FB8F}" type="sibTrans" cxnId="{B25829D2-24B1-439A-AED8-6FED3619558F}">
      <dgm:prSet/>
      <dgm:spPr/>
      <dgm:t>
        <a:bodyPr/>
        <a:lstStyle/>
        <a:p>
          <a:endParaRPr lang="en-US"/>
        </a:p>
      </dgm:t>
    </dgm:pt>
    <dgm:pt modelId="{D53E847B-1C21-40F9-9A3F-92A0F5FB2FB8}" type="pres">
      <dgm:prSet presAssocID="{48DB5D2C-5997-47AB-B35C-6D8DE1E6B4C7}" presName="root" presStyleCnt="0">
        <dgm:presLayoutVars>
          <dgm:dir/>
          <dgm:resizeHandles val="exact"/>
        </dgm:presLayoutVars>
      </dgm:prSet>
      <dgm:spPr/>
    </dgm:pt>
    <dgm:pt modelId="{2F198174-C437-4C74-98BA-429ACB6C57DE}" type="pres">
      <dgm:prSet presAssocID="{B11E2510-31FE-4752-8BB5-C098A9D3C7A4}" presName="compNode" presStyleCnt="0"/>
      <dgm:spPr/>
    </dgm:pt>
    <dgm:pt modelId="{3ACD76D2-19CA-4C78-AF56-17A8DDC01E2D}" type="pres">
      <dgm:prSet presAssocID="{B11E2510-31FE-4752-8BB5-C098A9D3C7A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3584DC77-3D34-47E7-BF7A-F5A0F5A8EB0F}" type="pres">
      <dgm:prSet presAssocID="{B11E2510-31FE-4752-8BB5-C098A9D3C7A4}" presName="iconSpace" presStyleCnt="0"/>
      <dgm:spPr/>
    </dgm:pt>
    <dgm:pt modelId="{4154A3CD-F166-4D60-9D6C-757CD53D5C50}" type="pres">
      <dgm:prSet presAssocID="{B11E2510-31FE-4752-8BB5-C098A9D3C7A4}" presName="parTx" presStyleLbl="revTx" presStyleIdx="0" presStyleCnt="6">
        <dgm:presLayoutVars>
          <dgm:chMax val="0"/>
          <dgm:chPref val="0"/>
        </dgm:presLayoutVars>
      </dgm:prSet>
      <dgm:spPr/>
    </dgm:pt>
    <dgm:pt modelId="{B6EC1BF4-3A05-40A5-82DD-D0FE1AA13B90}" type="pres">
      <dgm:prSet presAssocID="{B11E2510-31FE-4752-8BB5-C098A9D3C7A4}" presName="txSpace" presStyleCnt="0"/>
      <dgm:spPr/>
    </dgm:pt>
    <dgm:pt modelId="{D43F8BEB-0C83-4E32-8350-2C18E31695AD}" type="pres">
      <dgm:prSet presAssocID="{B11E2510-31FE-4752-8BB5-C098A9D3C7A4}" presName="desTx" presStyleLbl="revTx" presStyleIdx="1" presStyleCnt="6">
        <dgm:presLayoutVars/>
      </dgm:prSet>
      <dgm:spPr/>
    </dgm:pt>
    <dgm:pt modelId="{B14D5260-C757-4E10-91A7-2D99E85CE6BB}" type="pres">
      <dgm:prSet presAssocID="{34173C5A-EC77-4DB4-8A89-DA726FBA62D1}" presName="sibTrans" presStyleCnt="0"/>
      <dgm:spPr/>
    </dgm:pt>
    <dgm:pt modelId="{BABA75F1-048E-4269-92B4-3BCCB4DC384B}" type="pres">
      <dgm:prSet presAssocID="{5B93BC2E-73AE-41B0-9A9D-B3675A03AC55}" presName="compNode" presStyleCnt="0"/>
      <dgm:spPr/>
    </dgm:pt>
    <dgm:pt modelId="{67DD8653-40DA-4508-8E96-9EFAA7AED2AD}" type="pres">
      <dgm:prSet presAssocID="{5B93BC2E-73AE-41B0-9A9D-B3675A03AC5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076C8021-B6B8-43D4-A69F-FDB953CA8EA8}" type="pres">
      <dgm:prSet presAssocID="{5B93BC2E-73AE-41B0-9A9D-B3675A03AC55}" presName="iconSpace" presStyleCnt="0"/>
      <dgm:spPr/>
    </dgm:pt>
    <dgm:pt modelId="{A42649B0-A82B-4FA6-95D4-78DE5E80014C}" type="pres">
      <dgm:prSet presAssocID="{5B93BC2E-73AE-41B0-9A9D-B3675A03AC55}" presName="parTx" presStyleLbl="revTx" presStyleIdx="2" presStyleCnt="6">
        <dgm:presLayoutVars>
          <dgm:chMax val="0"/>
          <dgm:chPref val="0"/>
        </dgm:presLayoutVars>
      </dgm:prSet>
      <dgm:spPr/>
    </dgm:pt>
    <dgm:pt modelId="{34287E0C-066A-450A-A263-281B1ABF3A2F}" type="pres">
      <dgm:prSet presAssocID="{5B93BC2E-73AE-41B0-9A9D-B3675A03AC55}" presName="txSpace" presStyleCnt="0"/>
      <dgm:spPr/>
    </dgm:pt>
    <dgm:pt modelId="{5CB9BD26-A9A4-47D0-97B9-944930EE0750}" type="pres">
      <dgm:prSet presAssocID="{5B93BC2E-73AE-41B0-9A9D-B3675A03AC55}" presName="desTx" presStyleLbl="revTx" presStyleIdx="3" presStyleCnt="6">
        <dgm:presLayoutVars/>
      </dgm:prSet>
      <dgm:spPr/>
    </dgm:pt>
    <dgm:pt modelId="{77153E91-9964-4673-9F15-2F6F08EA2BCF}" type="pres">
      <dgm:prSet presAssocID="{B6DDCF91-F3DF-41ED-926D-2EA77BF35360}" presName="sibTrans" presStyleCnt="0"/>
      <dgm:spPr/>
    </dgm:pt>
    <dgm:pt modelId="{501E2E14-3122-4552-93EA-9105E823855C}" type="pres">
      <dgm:prSet presAssocID="{C383F0CF-ACF1-4370-9A02-6723041F7572}" presName="compNode" presStyleCnt="0"/>
      <dgm:spPr/>
    </dgm:pt>
    <dgm:pt modelId="{778DCF5A-BC8C-4BE0-A2A9-DC42603285CA}" type="pres">
      <dgm:prSet presAssocID="{C383F0CF-ACF1-4370-9A02-6723041F757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04CB9D5D-8B14-433C-8C53-AC9DC2406369}" type="pres">
      <dgm:prSet presAssocID="{C383F0CF-ACF1-4370-9A02-6723041F7572}" presName="iconSpace" presStyleCnt="0"/>
      <dgm:spPr/>
    </dgm:pt>
    <dgm:pt modelId="{43B6A9F0-C0FC-4E4A-A630-472316E1D53F}" type="pres">
      <dgm:prSet presAssocID="{C383F0CF-ACF1-4370-9A02-6723041F7572}" presName="parTx" presStyleLbl="revTx" presStyleIdx="4" presStyleCnt="6">
        <dgm:presLayoutVars>
          <dgm:chMax val="0"/>
          <dgm:chPref val="0"/>
        </dgm:presLayoutVars>
      </dgm:prSet>
      <dgm:spPr/>
    </dgm:pt>
    <dgm:pt modelId="{B6ABB46D-380C-4405-B547-58FA5D7EE141}" type="pres">
      <dgm:prSet presAssocID="{C383F0CF-ACF1-4370-9A02-6723041F7572}" presName="txSpace" presStyleCnt="0"/>
      <dgm:spPr/>
    </dgm:pt>
    <dgm:pt modelId="{31D4EE5B-4216-4BAE-97D5-6774C31855D1}" type="pres">
      <dgm:prSet presAssocID="{C383F0CF-ACF1-4370-9A02-6723041F7572}" presName="desTx" presStyleLbl="revTx" presStyleIdx="5" presStyleCnt="6">
        <dgm:presLayoutVars/>
      </dgm:prSet>
      <dgm:spPr/>
    </dgm:pt>
  </dgm:ptLst>
  <dgm:cxnLst>
    <dgm:cxn modelId="{FDACBF2C-BDC3-4482-8862-813CDC222DFD}" srcId="{48DB5D2C-5997-47AB-B35C-6D8DE1E6B4C7}" destId="{5B93BC2E-73AE-41B0-9A9D-B3675A03AC55}" srcOrd="1" destOrd="0" parTransId="{A7901A13-44F3-446B-90AD-13D251C8EFE8}" sibTransId="{B6DDCF91-F3DF-41ED-926D-2EA77BF35360}"/>
    <dgm:cxn modelId="{329CA130-51BB-4D8A-B1D9-C27ACCD8FA61}" type="presOf" srcId="{C383F0CF-ACF1-4370-9A02-6723041F7572}" destId="{43B6A9F0-C0FC-4E4A-A630-472316E1D53F}" srcOrd="0" destOrd="0" presId="urn:microsoft.com/office/officeart/2018/5/layout/CenteredIconLabelDescriptionList"/>
    <dgm:cxn modelId="{3EA26231-E25B-4429-80C7-60148F79915B}" type="presOf" srcId="{4F48C168-4093-4525-856A-A58558F577BF}" destId="{31D4EE5B-4216-4BAE-97D5-6774C31855D1}" srcOrd="0" destOrd="2" presId="urn:microsoft.com/office/officeart/2018/5/layout/CenteredIconLabelDescriptionList"/>
    <dgm:cxn modelId="{6E696436-83FB-4C1F-ADBA-BF108FCB0853}" type="presOf" srcId="{83E89E36-501B-4A3C-BD7A-05CAF29B1193}" destId="{5CB9BD26-A9A4-47D0-97B9-944930EE0750}" srcOrd="0" destOrd="0" presId="urn:microsoft.com/office/officeart/2018/5/layout/CenteredIconLabelDescriptionList"/>
    <dgm:cxn modelId="{EC6A6337-0047-49AE-8596-B1057F649AE1}" type="presOf" srcId="{5B93BC2E-73AE-41B0-9A9D-B3675A03AC55}" destId="{A42649B0-A82B-4FA6-95D4-78DE5E80014C}" srcOrd="0" destOrd="0" presId="urn:microsoft.com/office/officeart/2018/5/layout/CenteredIconLabelDescriptionList"/>
    <dgm:cxn modelId="{A4A27242-6B2C-4CD2-AF81-17BD4F905A1A}" srcId="{B11E2510-31FE-4752-8BB5-C098A9D3C7A4}" destId="{243329DE-532C-4D59-8FD2-9C5C17B86855}" srcOrd="1" destOrd="0" parTransId="{568FA384-DC29-4629-9134-1D0D0A7F3651}" sibTransId="{F57A4F56-F190-4A3E-91EA-C8038051C711}"/>
    <dgm:cxn modelId="{40496C6A-7E53-4621-8A37-A18CAACFCB91}" type="presOf" srcId="{CE1A06A6-423F-4DBF-9EBE-6B2E4A530DDB}" destId="{D43F8BEB-0C83-4E32-8350-2C18E31695AD}" srcOrd="0" destOrd="3" presId="urn:microsoft.com/office/officeart/2018/5/layout/CenteredIconLabelDescriptionList"/>
    <dgm:cxn modelId="{C4DEDB4A-3443-433A-87F3-7495DD0D3F56}" type="presOf" srcId="{48DB5D2C-5997-47AB-B35C-6D8DE1E6B4C7}" destId="{D53E847B-1C21-40F9-9A3F-92A0F5FB2FB8}" srcOrd="0" destOrd="0" presId="urn:microsoft.com/office/officeart/2018/5/layout/CenteredIconLabelDescriptionList"/>
    <dgm:cxn modelId="{26902571-2D8C-4A2C-881B-901043D7C735}" type="presOf" srcId="{D091BCD7-E1AD-4D4E-BD7A-A50270F15301}" destId="{D43F8BEB-0C83-4E32-8350-2C18E31695AD}" srcOrd="0" destOrd="0" presId="urn:microsoft.com/office/officeart/2018/5/layout/CenteredIconLabelDescriptionList"/>
    <dgm:cxn modelId="{E3BE7556-3BE1-4B28-833E-51AD0F05FDFD}" srcId="{C383F0CF-ACF1-4370-9A02-6723041F7572}" destId="{29EC9A6D-F772-4A4E-AC2A-33FF2956C6D3}" srcOrd="1" destOrd="0" parTransId="{5DAFFF45-5721-48FB-BE03-E308CF6CAC56}" sibTransId="{525A385B-5AD3-4EFD-9630-CE3BB8AB8F91}"/>
    <dgm:cxn modelId="{CCDACC59-7C2C-4499-AE1B-F543D7C9C362}" type="presOf" srcId="{B11E2510-31FE-4752-8BB5-C098A9D3C7A4}" destId="{4154A3CD-F166-4D60-9D6C-757CD53D5C50}" srcOrd="0" destOrd="0" presId="urn:microsoft.com/office/officeart/2018/5/layout/CenteredIconLabelDescriptionList"/>
    <dgm:cxn modelId="{26C74A5A-A00A-4EB1-97E1-6C9989ED827B}" srcId="{48DB5D2C-5997-47AB-B35C-6D8DE1E6B4C7}" destId="{C383F0CF-ACF1-4370-9A02-6723041F7572}" srcOrd="2" destOrd="0" parTransId="{91A04E3B-F995-45CE-8852-ED3D20F1B81D}" sibTransId="{4A4BD9AE-ED7D-4B05-B07E-DA5F86C59846}"/>
    <dgm:cxn modelId="{9C244A7B-54CD-4FAA-B90B-46EC3A468B24}" srcId="{5B93BC2E-73AE-41B0-9A9D-B3675A03AC55}" destId="{83E89E36-501B-4A3C-BD7A-05CAF29B1193}" srcOrd="0" destOrd="0" parTransId="{3B02B012-FC69-4681-92D7-CC5373C5E121}" sibTransId="{D6EF0E6F-CC9A-4EB7-B846-A02D4C08A53D}"/>
    <dgm:cxn modelId="{73CE607C-1568-4A3B-93EB-B2EBA7F9E757}" type="presOf" srcId="{243329DE-532C-4D59-8FD2-9C5C17B86855}" destId="{D43F8BEB-0C83-4E32-8350-2C18E31695AD}" srcOrd="0" destOrd="1" presId="urn:microsoft.com/office/officeart/2018/5/layout/CenteredIconLabelDescriptionList"/>
    <dgm:cxn modelId="{78ABEE89-99E6-47FA-BFC8-54B86484797D}" type="presOf" srcId="{C0B56488-6654-4BEB-B321-DAC64FD00498}" destId="{31D4EE5B-4216-4BAE-97D5-6774C31855D1}" srcOrd="0" destOrd="0" presId="urn:microsoft.com/office/officeart/2018/5/layout/CenteredIconLabelDescriptionList"/>
    <dgm:cxn modelId="{61706C97-628F-4D02-83B2-B86076445098}" srcId="{B11E2510-31FE-4752-8BB5-C098A9D3C7A4}" destId="{83788BD6-FE77-4C48-9310-F7F83253A90F}" srcOrd="2" destOrd="0" parTransId="{2F1B908A-8D1F-49C7-B610-1AC59FA14585}" sibTransId="{1098D31B-7442-4F42-95C0-7988CF3E48E1}"/>
    <dgm:cxn modelId="{26CDDCAA-C399-4AF7-8E71-056A2AC6178F}" srcId="{B11E2510-31FE-4752-8BB5-C098A9D3C7A4}" destId="{CE1A06A6-423F-4DBF-9EBE-6B2E4A530DDB}" srcOrd="3" destOrd="0" parTransId="{D8A51BBA-DB61-4F92-8413-351C6F9D1BEE}" sibTransId="{EE533B71-FF12-44B6-B329-829F550BF4C1}"/>
    <dgm:cxn modelId="{155F19C8-F983-4C19-B04C-96B7A5DFFFAD}" type="presOf" srcId="{29EC9A6D-F772-4A4E-AC2A-33FF2956C6D3}" destId="{31D4EE5B-4216-4BAE-97D5-6774C31855D1}" srcOrd="0" destOrd="1" presId="urn:microsoft.com/office/officeart/2018/5/layout/CenteredIconLabelDescriptionList"/>
    <dgm:cxn modelId="{F4D972CF-236E-4A93-9EAC-51AB40021E92}" srcId="{B11E2510-31FE-4752-8BB5-C098A9D3C7A4}" destId="{D091BCD7-E1AD-4D4E-BD7A-A50270F15301}" srcOrd="0" destOrd="0" parTransId="{23FC1CF3-FCA2-4874-A4DA-7CFAE0AA9AE8}" sibTransId="{18F44CA8-E39D-4030-B115-79715AF6DEA6}"/>
    <dgm:cxn modelId="{B25829D2-24B1-439A-AED8-6FED3619558F}" srcId="{C383F0CF-ACF1-4370-9A02-6723041F7572}" destId="{4F48C168-4093-4525-856A-A58558F577BF}" srcOrd="2" destOrd="0" parTransId="{835B10A1-D7E7-482F-A7D1-72EA607E263A}" sibTransId="{8D17165B-FA26-46E3-A231-3FB18150FB8F}"/>
    <dgm:cxn modelId="{C0BBA0E6-0D47-4690-84D3-40DD65DDC07D}" srcId="{48DB5D2C-5997-47AB-B35C-6D8DE1E6B4C7}" destId="{B11E2510-31FE-4752-8BB5-C098A9D3C7A4}" srcOrd="0" destOrd="0" parTransId="{9D76BB60-04A0-4238-88DB-91F3158AEF63}" sibTransId="{34173C5A-EC77-4DB4-8A89-DA726FBA62D1}"/>
    <dgm:cxn modelId="{50F3EEE6-37DE-4617-9384-F9ACAC0D26AB}" type="presOf" srcId="{83788BD6-FE77-4C48-9310-F7F83253A90F}" destId="{D43F8BEB-0C83-4E32-8350-2C18E31695AD}" srcOrd="0" destOrd="2" presId="urn:microsoft.com/office/officeart/2018/5/layout/CenteredIconLabelDescriptionList"/>
    <dgm:cxn modelId="{F4BD4EEE-8A75-4665-A9E7-EDEEABFB0211}" srcId="{C383F0CF-ACF1-4370-9A02-6723041F7572}" destId="{C0B56488-6654-4BEB-B321-DAC64FD00498}" srcOrd="0" destOrd="0" parTransId="{1D27D44B-2DE5-45A1-97E0-9463D3516B9C}" sibTransId="{84E43212-DAAA-4588-9722-095E758A10C5}"/>
    <dgm:cxn modelId="{58B5FFE9-B529-419E-8358-6D8AA55D48DA}" type="presParOf" srcId="{D53E847B-1C21-40F9-9A3F-92A0F5FB2FB8}" destId="{2F198174-C437-4C74-98BA-429ACB6C57DE}" srcOrd="0" destOrd="0" presId="urn:microsoft.com/office/officeart/2018/5/layout/CenteredIconLabelDescriptionList"/>
    <dgm:cxn modelId="{47131FE6-10CB-4152-B4C3-5FB55849CCE6}" type="presParOf" srcId="{2F198174-C437-4C74-98BA-429ACB6C57DE}" destId="{3ACD76D2-19CA-4C78-AF56-17A8DDC01E2D}" srcOrd="0" destOrd="0" presId="urn:microsoft.com/office/officeart/2018/5/layout/CenteredIconLabelDescriptionList"/>
    <dgm:cxn modelId="{97145590-6528-47FA-A555-C963E4B2BDA1}" type="presParOf" srcId="{2F198174-C437-4C74-98BA-429ACB6C57DE}" destId="{3584DC77-3D34-47E7-BF7A-F5A0F5A8EB0F}" srcOrd="1" destOrd="0" presId="urn:microsoft.com/office/officeart/2018/5/layout/CenteredIconLabelDescriptionList"/>
    <dgm:cxn modelId="{D13AC5C8-F9D1-488C-B1A1-C4FB6D8D72A6}" type="presParOf" srcId="{2F198174-C437-4C74-98BA-429ACB6C57DE}" destId="{4154A3CD-F166-4D60-9D6C-757CD53D5C50}" srcOrd="2" destOrd="0" presId="urn:microsoft.com/office/officeart/2018/5/layout/CenteredIconLabelDescriptionList"/>
    <dgm:cxn modelId="{B162CF8A-7A75-4C9B-8B59-8C7AC6DB41A7}" type="presParOf" srcId="{2F198174-C437-4C74-98BA-429ACB6C57DE}" destId="{B6EC1BF4-3A05-40A5-82DD-D0FE1AA13B90}" srcOrd="3" destOrd="0" presId="urn:microsoft.com/office/officeart/2018/5/layout/CenteredIconLabelDescriptionList"/>
    <dgm:cxn modelId="{8529F957-9630-445D-9E6A-4A8C166238B6}" type="presParOf" srcId="{2F198174-C437-4C74-98BA-429ACB6C57DE}" destId="{D43F8BEB-0C83-4E32-8350-2C18E31695AD}" srcOrd="4" destOrd="0" presId="urn:microsoft.com/office/officeart/2018/5/layout/CenteredIconLabelDescriptionList"/>
    <dgm:cxn modelId="{7390266B-CD94-4CFC-B9A2-35C05F5E56BC}" type="presParOf" srcId="{D53E847B-1C21-40F9-9A3F-92A0F5FB2FB8}" destId="{B14D5260-C757-4E10-91A7-2D99E85CE6BB}" srcOrd="1" destOrd="0" presId="urn:microsoft.com/office/officeart/2018/5/layout/CenteredIconLabelDescriptionList"/>
    <dgm:cxn modelId="{E0744D21-9B9E-4AA8-A747-ABDBFECF311A}" type="presParOf" srcId="{D53E847B-1C21-40F9-9A3F-92A0F5FB2FB8}" destId="{BABA75F1-048E-4269-92B4-3BCCB4DC384B}" srcOrd="2" destOrd="0" presId="urn:microsoft.com/office/officeart/2018/5/layout/CenteredIconLabelDescriptionList"/>
    <dgm:cxn modelId="{DBF950A2-A9F3-45C8-A34D-70F33F55322C}" type="presParOf" srcId="{BABA75F1-048E-4269-92B4-3BCCB4DC384B}" destId="{67DD8653-40DA-4508-8E96-9EFAA7AED2AD}" srcOrd="0" destOrd="0" presId="urn:microsoft.com/office/officeart/2018/5/layout/CenteredIconLabelDescriptionList"/>
    <dgm:cxn modelId="{BA63DB39-BF3E-4179-9C06-F633C4C1C615}" type="presParOf" srcId="{BABA75F1-048E-4269-92B4-3BCCB4DC384B}" destId="{076C8021-B6B8-43D4-A69F-FDB953CA8EA8}" srcOrd="1" destOrd="0" presId="urn:microsoft.com/office/officeart/2018/5/layout/CenteredIconLabelDescriptionList"/>
    <dgm:cxn modelId="{71868DF3-2A9B-48CC-BCAD-B1079211F5A4}" type="presParOf" srcId="{BABA75F1-048E-4269-92B4-3BCCB4DC384B}" destId="{A42649B0-A82B-4FA6-95D4-78DE5E80014C}" srcOrd="2" destOrd="0" presId="urn:microsoft.com/office/officeart/2018/5/layout/CenteredIconLabelDescriptionList"/>
    <dgm:cxn modelId="{B86C4D19-28CC-40C5-ABE8-62B263F670BC}" type="presParOf" srcId="{BABA75F1-048E-4269-92B4-3BCCB4DC384B}" destId="{34287E0C-066A-450A-A263-281B1ABF3A2F}" srcOrd="3" destOrd="0" presId="urn:microsoft.com/office/officeart/2018/5/layout/CenteredIconLabelDescriptionList"/>
    <dgm:cxn modelId="{2F7FA4ED-C782-4F13-A277-3B52FEF55507}" type="presParOf" srcId="{BABA75F1-048E-4269-92B4-3BCCB4DC384B}" destId="{5CB9BD26-A9A4-47D0-97B9-944930EE0750}" srcOrd="4" destOrd="0" presId="urn:microsoft.com/office/officeart/2018/5/layout/CenteredIconLabelDescriptionList"/>
    <dgm:cxn modelId="{9D2904FD-BB6B-4494-B78A-2BBE5002D5E8}" type="presParOf" srcId="{D53E847B-1C21-40F9-9A3F-92A0F5FB2FB8}" destId="{77153E91-9964-4673-9F15-2F6F08EA2BCF}" srcOrd="3" destOrd="0" presId="urn:microsoft.com/office/officeart/2018/5/layout/CenteredIconLabelDescriptionList"/>
    <dgm:cxn modelId="{5DA8593F-778B-4C32-AC6B-4C6E256D8227}" type="presParOf" srcId="{D53E847B-1C21-40F9-9A3F-92A0F5FB2FB8}" destId="{501E2E14-3122-4552-93EA-9105E823855C}" srcOrd="4" destOrd="0" presId="urn:microsoft.com/office/officeart/2018/5/layout/CenteredIconLabelDescriptionList"/>
    <dgm:cxn modelId="{C49801C9-7917-4A40-B9A6-7957ED63BB25}" type="presParOf" srcId="{501E2E14-3122-4552-93EA-9105E823855C}" destId="{778DCF5A-BC8C-4BE0-A2A9-DC42603285CA}" srcOrd="0" destOrd="0" presId="urn:microsoft.com/office/officeart/2018/5/layout/CenteredIconLabelDescriptionList"/>
    <dgm:cxn modelId="{89D25010-A117-4B1F-9CCF-28CFA48D652D}" type="presParOf" srcId="{501E2E14-3122-4552-93EA-9105E823855C}" destId="{04CB9D5D-8B14-433C-8C53-AC9DC2406369}" srcOrd="1" destOrd="0" presId="urn:microsoft.com/office/officeart/2018/5/layout/CenteredIconLabelDescriptionList"/>
    <dgm:cxn modelId="{C2E2416E-D6DE-4523-A7B4-3DED082CE7D7}" type="presParOf" srcId="{501E2E14-3122-4552-93EA-9105E823855C}" destId="{43B6A9F0-C0FC-4E4A-A630-472316E1D53F}" srcOrd="2" destOrd="0" presId="urn:microsoft.com/office/officeart/2018/5/layout/CenteredIconLabelDescriptionList"/>
    <dgm:cxn modelId="{F52E5ABB-F5BB-4F30-8346-7800A5AF506D}" type="presParOf" srcId="{501E2E14-3122-4552-93EA-9105E823855C}" destId="{B6ABB46D-380C-4405-B547-58FA5D7EE141}" srcOrd="3" destOrd="0" presId="urn:microsoft.com/office/officeart/2018/5/layout/CenteredIconLabelDescriptionList"/>
    <dgm:cxn modelId="{8FB6C118-DE80-46A1-B7CE-D86CB0BBF04E}" type="presParOf" srcId="{501E2E14-3122-4552-93EA-9105E823855C}" destId="{31D4EE5B-4216-4BAE-97D5-6774C31855D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472148-606A-42DE-A147-F3584868F15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2E7E02-A282-4008-8FED-FA405D2BB00D}">
      <dgm:prSet/>
      <dgm:spPr/>
      <dgm:t>
        <a:bodyPr/>
        <a:lstStyle/>
        <a:p>
          <a:r>
            <a:rPr lang="en-US" b="1"/>
            <a:t>Credit Dilemma</a:t>
          </a:r>
          <a:endParaRPr lang="en-US"/>
        </a:p>
      </dgm:t>
    </dgm:pt>
    <dgm:pt modelId="{7A9BC376-C7F2-4300-A2A1-515D9286400F}" type="parTrans" cxnId="{C1AB47EA-5721-4779-B64B-14E08A2F464F}">
      <dgm:prSet/>
      <dgm:spPr/>
      <dgm:t>
        <a:bodyPr/>
        <a:lstStyle/>
        <a:p>
          <a:endParaRPr lang="en-US"/>
        </a:p>
      </dgm:t>
    </dgm:pt>
    <dgm:pt modelId="{CE4C77A8-AEBF-4698-A432-01F63A4D73A5}" type="sibTrans" cxnId="{C1AB47EA-5721-4779-B64B-14E08A2F464F}">
      <dgm:prSet/>
      <dgm:spPr/>
      <dgm:t>
        <a:bodyPr/>
        <a:lstStyle/>
        <a:p>
          <a:endParaRPr lang="en-US"/>
        </a:p>
      </dgm:t>
    </dgm:pt>
    <dgm:pt modelId="{D23CBC4E-6F85-4C44-A607-6AEF2490674D}">
      <dgm:prSet/>
      <dgm:spPr/>
      <dgm:t>
        <a:bodyPr/>
        <a:lstStyle/>
        <a:p>
          <a:r>
            <a:rPr lang="en-US"/>
            <a:t>Too Conservative → Reject creditworthy → Lost revenue</a:t>
          </a:r>
        </a:p>
      </dgm:t>
    </dgm:pt>
    <dgm:pt modelId="{07A5DEB2-03E0-4DA7-B5E1-1FBA46991732}" type="parTrans" cxnId="{CFDD3D64-B166-4CDF-A220-DEDE3A358CFB}">
      <dgm:prSet/>
      <dgm:spPr/>
      <dgm:t>
        <a:bodyPr/>
        <a:lstStyle/>
        <a:p>
          <a:endParaRPr lang="en-US"/>
        </a:p>
      </dgm:t>
    </dgm:pt>
    <dgm:pt modelId="{AA3A93B6-CB56-463B-BECB-B6C776D582AF}" type="sibTrans" cxnId="{CFDD3D64-B166-4CDF-A220-DEDE3A358CFB}">
      <dgm:prSet/>
      <dgm:spPr/>
      <dgm:t>
        <a:bodyPr/>
        <a:lstStyle/>
        <a:p>
          <a:endParaRPr lang="en-US"/>
        </a:p>
      </dgm:t>
    </dgm:pt>
    <dgm:pt modelId="{9BCC0103-FB44-4C35-9E95-DA5C9A5258F4}">
      <dgm:prSet/>
      <dgm:spPr/>
      <dgm:t>
        <a:bodyPr/>
        <a:lstStyle/>
        <a:p>
          <a:r>
            <a:rPr lang="en-US"/>
            <a:t>Too Lenient → Approve high-risk → Financial losses</a:t>
          </a:r>
        </a:p>
      </dgm:t>
    </dgm:pt>
    <dgm:pt modelId="{FE3F33DC-75E3-4904-B008-4F6437E6F1C5}" type="parTrans" cxnId="{22B72AF1-F886-4C81-B65E-1F4E14CC7230}">
      <dgm:prSet/>
      <dgm:spPr/>
      <dgm:t>
        <a:bodyPr/>
        <a:lstStyle/>
        <a:p>
          <a:endParaRPr lang="en-US"/>
        </a:p>
      </dgm:t>
    </dgm:pt>
    <dgm:pt modelId="{2C45BDD8-C9B8-4C8B-9550-0B44DB85D53A}" type="sibTrans" cxnId="{22B72AF1-F886-4C81-B65E-1F4E14CC7230}">
      <dgm:prSet/>
      <dgm:spPr/>
      <dgm:t>
        <a:bodyPr/>
        <a:lstStyle/>
        <a:p>
          <a:endParaRPr lang="en-US"/>
        </a:p>
      </dgm:t>
    </dgm:pt>
    <dgm:pt modelId="{4F1322C7-D45E-411A-B26A-EF31908F4A2C}">
      <dgm:prSet/>
      <dgm:spPr/>
      <dgm:t>
        <a:bodyPr/>
        <a:lstStyle/>
        <a:p>
          <a:r>
            <a:rPr lang="en-US" b="1"/>
            <a:t>Financial Invisibility Crisis</a:t>
          </a:r>
          <a:endParaRPr lang="en-US"/>
        </a:p>
      </dgm:t>
    </dgm:pt>
    <dgm:pt modelId="{313F987A-CE93-4DD1-A79A-689660ED4AC2}" type="parTrans" cxnId="{6376D604-477F-415E-9BDB-D052FD625ED6}">
      <dgm:prSet/>
      <dgm:spPr/>
      <dgm:t>
        <a:bodyPr/>
        <a:lstStyle/>
        <a:p>
          <a:endParaRPr lang="en-US"/>
        </a:p>
      </dgm:t>
    </dgm:pt>
    <dgm:pt modelId="{C97FD614-8104-41D4-94C3-40C9A52662D3}" type="sibTrans" cxnId="{6376D604-477F-415E-9BDB-D052FD625ED6}">
      <dgm:prSet/>
      <dgm:spPr/>
      <dgm:t>
        <a:bodyPr/>
        <a:lstStyle/>
        <a:p>
          <a:endParaRPr lang="en-US"/>
        </a:p>
      </dgm:t>
    </dgm:pt>
    <dgm:pt modelId="{1C542DB1-0F37-4D44-B4D1-D1996B8DCD5F}">
      <dgm:prSet/>
      <dgm:spPr/>
      <dgm:t>
        <a:bodyPr/>
        <a:lstStyle/>
        <a:p>
          <a:r>
            <a:rPr lang="en-US"/>
            <a:t>26 million Americans lack credit history</a:t>
          </a:r>
        </a:p>
      </dgm:t>
    </dgm:pt>
    <dgm:pt modelId="{7E7ACBE0-2E16-4CAE-941C-BFC968E9C604}" type="parTrans" cxnId="{91EF6041-F775-4F05-B893-50FDB52ED964}">
      <dgm:prSet/>
      <dgm:spPr/>
      <dgm:t>
        <a:bodyPr/>
        <a:lstStyle/>
        <a:p>
          <a:endParaRPr lang="en-US"/>
        </a:p>
      </dgm:t>
    </dgm:pt>
    <dgm:pt modelId="{AE602BA8-7DE1-4972-AE15-40F658059F8F}" type="sibTrans" cxnId="{91EF6041-F775-4F05-B893-50FDB52ED964}">
      <dgm:prSet/>
      <dgm:spPr/>
      <dgm:t>
        <a:bodyPr/>
        <a:lstStyle/>
        <a:p>
          <a:endParaRPr lang="en-US"/>
        </a:p>
      </dgm:t>
    </dgm:pt>
    <dgm:pt modelId="{6CDDA4F9-9D99-4ADC-88E8-F3CF84A0C528}">
      <dgm:prSet/>
      <dgm:spPr/>
      <dgm:t>
        <a:bodyPr/>
        <a:lstStyle/>
        <a:p>
          <a:r>
            <a:rPr lang="en-US"/>
            <a:t>Automatically rejected despite responsible behavior</a:t>
          </a:r>
        </a:p>
      </dgm:t>
    </dgm:pt>
    <dgm:pt modelId="{D796A27F-7145-422C-8DE8-636382053EB1}" type="parTrans" cxnId="{18A8C044-A643-49D1-AD53-2242ADB7EF2F}">
      <dgm:prSet/>
      <dgm:spPr/>
      <dgm:t>
        <a:bodyPr/>
        <a:lstStyle/>
        <a:p>
          <a:endParaRPr lang="en-US"/>
        </a:p>
      </dgm:t>
    </dgm:pt>
    <dgm:pt modelId="{76795FB4-64C0-41B2-9673-230F37E7D019}" type="sibTrans" cxnId="{18A8C044-A643-49D1-AD53-2242ADB7EF2F}">
      <dgm:prSet/>
      <dgm:spPr/>
      <dgm:t>
        <a:bodyPr/>
        <a:lstStyle/>
        <a:p>
          <a:endParaRPr lang="en-US"/>
        </a:p>
      </dgm:t>
    </dgm:pt>
    <dgm:pt modelId="{9E6C1340-968D-47C8-B230-6F95CF031699}">
      <dgm:prSet/>
      <dgm:spPr/>
      <dgm:t>
        <a:bodyPr/>
        <a:lstStyle/>
        <a:p>
          <a:r>
            <a:rPr lang="en-US"/>
            <a:t>Traditional scores exclude underserved populations</a:t>
          </a:r>
        </a:p>
      </dgm:t>
    </dgm:pt>
    <dgm:pt modelId="{FCB08C4E-1F31-4DA8-81CB-B05C661C84AC}" type="parTrans" cxnId="{8A5F8AD5-4BA3-471E-9D9A-1131B273FCF8}">
      <dgm:prSet/>
      <dgm:spPr/>
      <dgm:t>
        <a:bodyPr/>
        <a:lstStyle/>
        <a:p>
          <a:endParaRPr lang="en-US"/>
        </a:p>
      </dgm:t>
    </dgm:pt>
    <dgm:pt modelId="{BE56B8B6-FD4A-4CEA-8CFE-191744819F49}" type="sibTrans" cxnId="{8A5F8AD5-4BA3-471E-9D9A-1131B273FCF8}">
      <dgm:prSet/>
      <dgm:spPr/>
      <dgm:t>
        <a:bodyPr/>
        <a:lstStyle/>
        <a:p>
          <a:endParaRPr lang="en-US"/>
        </a:p>
      </dgm:t>
    </dgm:pt>
    <dgm:pt modelId="{74199C7F-D1FB-4897-A6BD-86BB6DB54DD8}">
      <dgm:prSet/>
      <dgm:spPr/>
      <dgm:t>
        <a:bodyPr/>
        <a:lstStyle/>
        <a:p>
          <a:r>
            <a:rPr lang="en-US" b="1"/>
            <a:t>Project Goals</a:t>
          </a:r>
          <a:endParaRPr lang="en-US"/>
        </a:p>
      </dgm:t>
    </dgm:pt>
    <dgm:pt modelId="{938568B2-0138-4A08-8C5A-BA3034A3C8DB}" type="parTrans" cxnId="{2A128CC3-BF69-42BE-B56C-886F5161A762}">
      <dgm:prSet/>
      <dgm:spPr/>
      <dgm:t>
        <a:bodyPr/>
        <a:lstStyle/>
        <a:p>
          <a:endParaRPr lang="en-US"/>
        </a:p>
      </dgm:t>
    </dgm:pt>
    <dgm:pt modelId="{BABD913D-9B04-4146-9A68-5D98DD8F5A52}" type="sibTrans" cxnId="{2A128CC3-BF69-42BE-B56C-886F5161A762}">
      <dgm:prSet/>
      <dgm:spPr/>
      <dgm:t>
        <a:bodyPr/>
        <a:lstStyle/>
        <a:p>
          <a:endParaRPr lang="en-US"/>
        </a:p>
      </dgm:t>
    </dgm:pt>
    <dgm:pt modelId="{13635547-BC4F-4280-90E1-7B7D30418E17}">
      <dgm:prSet/>
      <dgm:spPr/>
      <dgm:t>
        <a:bodyPr/>
        <a:lstStyle/>
        <a:p>
          <a:r>
            <a:rPr lang="en-US"/>
            <a:t>Predict default risk with AUC-ROC ≥ 0.75</a:t>
          </a:r>
        </a:p>
      </dgm:t>
    </dgm:pt>
    <dgm:pt modelId="{454982A7-F3F0-48DA-A22E-A6DF03A3B900}" type="parTrans" cxnId="{DE5D754B-2DC3-48D1-9900-134987BAC3D9}">
      <dgm:prSet/>
      <dgm:spPr/>
      <dgm:t>
        <a:bodyPr/>
        <a:lstStyle/>
        <a:p>
          <a:endParaRPr lang="en-US"/>
        </a:p>
      </dgm:t>
    </dgm:pt>
    <dgm:pt modelId="{D09E068E-67C6-4BCA-9AA1-11FCA0042AA4}" type="sibTrans" cxnId="{DE5D754B-2DC3-48D1-9900-134987BAC3D9}">
      <dgm:prSet/>
      <dgm:spPr/>
      <dgm:t>
        <a:bodyPr/>
        <a:lstStyle/>
        <a:p>
          <a:endParaRPr lang="en-US"/>
        </a:p>
      </dgm:t>
    </dgm:pt>
    <dgm:pt modelId="{C5EEB37F-E2B3-45C1-A93C-2AD8B6555A36}">
      <dgm:prSet/>
      <dgm:spPr/>
      <dgm:t>
        <a:bodyPr/>
        <a:lstStyle/>
        <a:p>
          <a:r>
            <a:rPr lang="en-US"/>
            <a:t>Enable financial inclusion through alternative data</a:t>
          </a:r>
        </a:p>
      </dgm:t>
    </dgm:pt>
    <dgm:pt modelId="{A0D3C0A6-D8AA-44A8-8DE9-67DC20C3A66D}" type="parTrans" cxnId="{D83A56DD-7388-4FFC-A693-87D32C880685}">
      <dgm:prSet/>
      <dgm:spPr/>
      <dgm:t>
        <a:bodyPr/>
        <a:lstStyle/>
        <a:p>
          <a:endParaRPr lang="en-US"/>
        </a:p>
      </dgm:t>
    </dgm:pt>
    <dgm:pt modelId="{13F918EF-075F-4C97-82AC-6C1F3D24C76A}" type="sibTrans" cxnId="{D83A56DD-7388-4FFC-A693-87D32C880685}">
      <dgm:prSet/>
      <dgm:spPr/>
      <dgm:t>
        <a:bodyPr/>
        <a:lstStyle/>
        <a:p>
          <a:endParaRPr lang="en-US"/>
        </a:p>
      </dgm:t>
    </dgm:pt>
    <dgm:pt modelId="{7388CE1A-1FEB-4374-B30B-2CCCD060E485}">
      <dgm:prSet/>
      <dgm:spPr/>
      <dgm:t>
        <a:bodyPr/>
        <a:lstStyle/>
        <a:p>
          <a:r>
            <a:rPr lang="en-US"/>
            <a:t>Provide explainable decisions for compliance</a:t>
          </a:r>
        </a:p>
      </dgm:t>
    </dgm:pt>
    <dgm:pt modelId="{C13DBBD9-F9CB-4923-9DFD-2D23078A06A4}" type="parTrans" cxnId="{C15C197F-6B74-443E-A21B-3C66790D45B2}">
      <dgm:prSet/>
      <dgm:spPr/>
      <dgm:t>
        <a:bodyPr/>
        <a:lstStyle/>
        <a:p>
          <a:endParaRPr lang="en-US"/>
        </a:p>
      </dgm:t>
    </dgm:pt>
    <dgm:pt modelId="{44B7FE97-840A-4E63-BDDD-4119B25C9876}" type="sibTrans" cxnId="{C15C197F-6B74-443E-A21B-3C66790D45B2}">
      <dgm:prSet/>
      <dgm:spPr/>
      <dgm:t>
        <a:bodyPr/>
        <a:lstStyle/>
        <a:p>
          <a:endParaRPr lang="en-US"/>
        </a:p>
      </dgm:t>
    </dgm:pt>
    <dgm:pt modelId="{B6E35B8D-3A9D-4C29-B840-3284A79E6FB5}" type="pres">
      <dgm:prSet presAssocID="{D4472148-606A-42DE-A147-F3584868F153}" presName="linear" presStyleCnt="0">
        <dgm:presLayoutVars>
          <dgm:animLvl val="lvl"/>
          <dgm:resizeHandles val="exact"/>
        </dgm:presLayoutVars>
      </dgm:prSet>
      <dgm:spPr/>
    </dgm:pt>
    <dgm:pt modelId="{015B16FC-7E1C-40E6-914B-5D8756E96B1C}" type="pres">
      <dgm:prSet presAssocID="{4E2E7E02-A282-4008-8FED-FA405D2BB00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7E0D8C1-6B10-45D3-9B1D-319D9321ED87}" type="pres">
      <dgm:prSet presAssocID="{4E2E7E02-A282-4008-8FED-FA405D2BB00D}" presName="childText" presStyleLbl="revTx" presStyleIdx="0" presStyleCnt="3">
        <dgm:presLayoutVars>
          <dgm:bulletEnabled val="1"/>
        </dgm:presLayoutVars>
      </dgm:prSet>
      <dgm:spPr/>
    </dgm:pt>
    <dgm:pt modelId="{8905FD1A-93E9-452B-A1B4-4C190044D15D}" type="pres">
      <dgm:prSet presAssocID="{4F1322C7-D45E-411A-B26A-EF31908F4A2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3F5664-4E91-430E-82A3-DE870077827D}" type="pres">
      <dgm:prSet presAssocID="{4F1322C7-D45E-411A-B26A-EF31908F4A2C}" presName="childText" presStyleLbl="revTx" presStyleIdx="1" presStyleCnt="3">
        <dgm:presLayoutVars>
          <dgm:bulletEnabled val="1"/>
        </dgm:presLayoutVars>
      </dgm:prSet>
      <dgm:spPr/>
    </dgm:pt>
    <dgm:pt modelId="{E55A1C9B-7038-4B02-B291-B11D144091F9}" type="pres">
      <dgm:prSet presAssocID="{74199C7F-D1FB-4897-A6BD-86BB6DB54DD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321852F-7FCA-4732-B1F2-61C0B6149562}" type="pres">
      <dgm:prSet presAssocID="{74199C7F-D1FB-4897-A6BD-86BB6DB54DD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376D604-477F-415E-9BDB-D052FD625ED6}" srcId="{D4472148-606A-42DE-A147-F3584868F153}" destId="{4F1322C7-D45E-411A-B26A-EF31908F4A2C}" srcOrd="1" destOrd="0" parTransId="{313F987A-CE93-4DD1-A79A-689660ED4AC2}" sibTransId="{C97FD614-8104-41D4-94C3-40C9A52662D3}"/>
    <dgm:cxn modelId="{A1BCC020-BFDC-4BCE-857C-546D80D9AEB2}" type="presOf" srcId="{13635547-BC4F-4280-90E1-7B7D30418E17}" destId="{1321852F-7FCA-4732-B1F2-61C0B6149562}" srcOrd="0" destOrd="0" presId="urn:microsoft.com/office/officeart/2005/8/layout/vList2"/>
    <dgm:cxn modelId="{4E47BE26-8ABD-4117-90ED-35BA39FB41D7}" type="presOf" srcId="{4F1322C7-D45E-411A-B26A-EF31908F4A2C}" destId="{8905FD1A-93E9-452B-A1B4-4C190044D15D}" srcOrd="0" destOrd="0" presId="urn:microsoft.com/office/officeart/2005/8/layout/vList2"/>
    <dgm:cxn modelId="{91EF6041-F775-4F05-B893-50FDB52ED964}" srcId="{4F1322C7-D45E-411A-B26A-EF31908F4A2C}" destId="{1C542DB1-0F37-4D44-B4D1-D1996B8DCD5F}" srcOrd="0" destOrd="0" parTransId="{7E7ACBE0-2E16-4CAE-941C-BFC968E9C604}" sibTransId="{AE602BA8-7DE1-4972-AE15-40F658059F8F}"/>
    <dgm:cxn modelId="{CFDD3D64-B166-4CDF-A220-DEDE3A358CFB}" srcId="{4E2E7E02-A282-4008-8FED-FA405D2BB00D}" destId="{D23CBC4E-6F85-4C44-A607-6AEF2490674D}" srcOrd="0" destOrd="0" parTransId="{07A5DEB2-03E0-4DA7-B5E1-1FBA46991732}" sibTransId="{AA3A93B6-CB56-463B-BECB-B6C776D582AF}"/>
    <dgm:cxn modelId="{18A8C044-A643-49D1-AD53-2242ADB7EF2F}" srcId="{4F1322C7-D45E-411A-B26A-EF31908F4A2C}" destId="{6CDDA4F9-9D99-4ADC-88E8-F3CF84A0C528}" srcOrd="1" destOrd="0" parTransId="{D796A27F-7145-422C-8DE8-636382053EB1}" sibTransId="{76795FB4-64C0-41B2-9673-230F37E7D019}"/>
    <dgm:cxn modelId="{DE5D754B-2DC3-48D1-9900-134987BAC3D9}" srcId="{74199C7F-D1FB-4897-A6BD-86BB6DB54DD8}" destId="{13635547-BC4F-4280-90E1-7B7D30418E17}" srcOrd="0" destOrd="0" parTransId="{454982A7-F3F0-48DA-A22E-A6DF03A3B900}" sibTransId="{D09E068E-67C6-4BCA-9AA1-11FCA0042AA4}"/>
    <dgm:cxn modelId="{D9526774-3E60-43B0-8C8F-930C5180A6C9}" type="presOf" srcId="{D4472148-606A-42DE-A147-F3584868F153}" destId="{B6E35B8D-3A9D-4C29-B840-3284A79E6FB5}" srcOrd="0" destOrd="0" presId="urn:microsoft.com/office/officeart/2005/8/layout/vList2"/>
    <dgm:cxn modelId="{C15C197F-6B74-443E-A21B-3C66790D45B2}" srcId="{74199C7F-D1FB-4897-A6BD-86BB6DB54DD8}" destId="{7388CE1A-1FEB-4374-B30B-2CCCD060E485}" srcOrd="2" destOrd="0" parTransId="{C13DBBD9-F9CB-4923-9DFD-2D23078A06A4}" sibTransId="{44B7FE97-840A-4E63-BDDD-4119B25C9876}"/>
    <dgm:cxn modelId="{5ED9CC8C-B820-4B30-ABE5-D5777EEEE029}" type="presOf" srcId="{D23CBC4E-6F85-4C44-A607-6AEF2490674D}" destId="{F7E0D8C1-6B10-45D3-9B1D-319D9321ED87}" srcOrd="0" destOrd="0" presId="urn:microsoft.com/office/officeart/2005/8/layout/vList2"/>
    <dgm:cxn modelId="{DDD6F98D-E421-484B-8EFD-409E914379CA}" type="presOf" srcId="{C5EEB37F-E2B3-45C1-A93C-2AD8B6555A36}" destId="{1321852F-7FCA-4732-B1F2-61C0B6149562}" srcOrd="0" destOrd="1" presId="urn:microsoft.com/office/officeart/2005/8/layout/vList2"/>
    <dgm:cxn modelId="{0A119D8F-1BAD-46F8-B24E-18771F5EAFEE}" type="presOf" srcId="{4E2E7E02-A282-4008-8FED-FA405D2BB00D}" destId="{015B16FC-7E1C-40E6-914B-5D8756E96B1C}" srcOrd="0" destOrd="0" presId="urn:microsoft.com/office/officeart/2005/8/layout/vList2"/>
    <dgm:cxn modelId="{C33C7997-FF8F-49B3-BA88-1ABABAE85245}" type="presOf" srcId="{1C542DB1-0F37-4D44-B4D1-D1996B8DCD5F}" destId="{EC3F5664-4E91-430E-82A3-DE870077827D}" srcOrd="0" destOrd="0" presId="urn:microsoft.com/office/officeart/2005/8/layout/vList2"/>
    <dgm:cxn modelId="{A4B10CA4-F663-49A3-B121-9FF4AA11C49E}" type="presOf" srcId="{74199C7F-D1FB-4897-A6BD-86BB6DB54DD8}" destId="{E55A1C9B-7038-4B02-B291-B11D144091F9}" srcOrd="0" destOrd="0" presId="urn:microsoft.com/office/officeart/2005/8/layout/vList2"/>
    <dgm:cxn modelId="{B3DB00AE-8823-4426-A4B5-C29CDD41174B}" type="presOf" srcId="{6CDDA4F9-9D99-4ADC-88E8-F3CF84A0C528}" destId="{EC3F5664-4E91-430E-82A3-DE870077827D}" srcOrd="0" destOrd="1" presId="urn:microsoft.com/office/officeart/2005/8/layout/vList2"/>
    <dgm:cxn modelId="{D2FFDFC0-BF60-4832-B37B-DBC70AD3CC27}" type="presOf" srcId="{9E6C1340-968D-47C8-B230-6F95CF031699}" destId="{EC3F5664-4E91-430E-82A3-DE870077827D}" srcOrd="0" destOrd="2" presId="urn:microsoft.com/office/officeart/2005/8/layout/vList2"/>
    <dgm:cxn modelId="{2A128CC3-BF69-42BE-B56C-886F5161A762}" srcId="{D4472148-606A-42DE-A147-F3584868F153}" destId="{74199C7F-D1FB-4897-A6BD-86BB6DB54DD8}" srcOrd="2" destOrd="0" parTransId="{938568B2-0138-4A08-8C5A-BA3034A3C8DB}" sibTransId="{BABD913D-9B04-4146-9A68-5D98DD8F5A52}"/>
    <dgm:cxn modelId="{3EAE2FC8-47C4-405C-93B0-519812F5C643}" type="presOf" srcId="{9BCC0103-FB44-4C35-9E95-DA5C9A5258F4}" destId="{F7E0D8C1-6B10-45D3-9B1D-319D9321ED87}" srcOrd="0" destOrd="1" presId="urn:microsoft.com/office/officeart/2005/8/layout/vList2"/>
    <dgm:cxn modelId="{8A5F8AD5-4BA3-471E-9D9A-1131B273FCF8}" srcId="{4F1322C7-D45E-411A-B26A-EF31908F4A2C}" destId="{9E6C1340-968D-47C8-B230-6F95CF031699}" srcOrd="2" destOrd="0" parTransId="{FCB08C4E-1F31-4DA8-81CB-B05C661C84AC}" sibTransId="{BE56B8B6-FD4A-4CEA-8CFE-191744819F49}"/>
    <dgm:cxn modelId="{D83A56DD-7388-4FFC-A693-87D32C880685}" srcId="{74199C7F-D1FB-4897-A6BD-86BB6DB54DD8}" destId="{C5EEB37F-E2B3-45C1-A93C-2AD8B6555A36}" srcOrd="1" destOrd="0" parTransId="{A0D3C0A6-D8AA-44A8-8DE9-67DC20C3A66D}" sibTransId="{13F918EF-075F-4C97-82AC-6C1F3D24C76A}"/>
    <dgm:cxn modelId="{C1AB47EA-5721-4779-B64B-14E08A2F464F}" srcId="{D4472148-606A-42DE-A147-F3584868F153}" destId="{4E2E7E02-A282-4008-8FED-FA405D2BB00D}" srcOrd="0" destOrd="0" parTransId="{7A9BC376-C7F2-4300-A2A1-515D9286400F}" sibTransId="{CE4C77A8-AEBF-4698-A432-01F63A4D73A5}"/>
    <dgm:cxn modelId="{DA571DEB-5297-499B-AAC1-388150496198}" type="presOf" srcId="{7388CE1A-1FEB-4374-B30B-2CCCD060E485}" destId="{1321852F-7FCA-4732-B1F2-61C0B6149562}" srcOrd="0" destOrd="2" presId="urn:microsoft.com/office/officeart/2005/8/layout/vList2"/>
    <dgm:cxn modelId="{22B72AF1-F886-4C81-B65E-1F4E14CC7230}" srcId="{4E2E7E02-A282-4008-8FED-FA405D2BB00D}" destId="{9BCC0103-FB44-4C35-9E95-DA5C9A5258F4}" srcOrd="1" destOrd="0" parTransId="{FE3F33DC-75E3-4904-B008-4F6437E6F1C5}" sibTransId="{2C45BDD8-C9B8-4C8B-9550-0B44DB85D53A}"/>
    <dgm:cxn modelId="{984A26A9-DA72-4C4D-AA6D-07BFF9E05B70}" type="presParOf" srcId="{B6E35B8D-3A9D-4C29-B840-3284A79E6FB5}" destId="{015B16FC-7E1C-40E6-914B-5D8756E96B1C}" srcOrd="0" destOrd="0" presId="urn:microsoft.com/office/officeart/2005/8/layout/vList2"/>
    <dgm:cxn modelId="{BC1EF77D-9355-49AB-902A-A0B0FC0087EF}" type="presParOf" srcId="{B6E35B8D-3A9D-4C29-B840-3284A79E6FB5}" destId="{F7E0D8C1-6B10-45D3-9B1D-319D9321ED87}" srcOrd="1" destOrd="0" presId="urn:microsoft.com/office/officeart/2005/8/layout/vList2"/>
    <dgm:cxn modelId="{17F736EF-FBA9-45FF-B112-4F936A87B610}" type="presParOf" srcId="{B6E35B8D-3A9D-4C29-B840-3284A79E6FB5}" destId="{8905FD1A-93E9-452B-A1B4-4C190044D15D}" srcOrd="2" destOrd="0" presId="urn:microsoft.com/office/officeart/2005/8/layout/vList2"/>
    <dgm:cxn modelId="{9A29B7C2-79A0-43C7-9182-0690FBC610FC}" type="presParOf" srcId="{B6E35B8D-3A9D-4C29-B840-3284A79E6FB5}" destId="{EC3F5664-4E91-430E-82A3-DE870077827D}" srcOrd="3" destOrd="0" presId="urn:microsoft.com/office/officeart/2005/8/layout/vList2"/>
    <dgm:cxn modelId="{FC46AE2A-9D70-4EF2-9650-FA58E0C36D85}" type="presParOf" srcId="{B6E35B8D-3A9D-4C29-B840-3284A79E6FB5}" destId="{E55A1C9B-7038-4B02-B291-B11D144091F9}" srcOrd="4" destOrd="0" presId="urn:microsoft.com/office/officeart/2005/8/layout/vList2"/>
    <dgm:cxn modelId="{9E2765B0-4E9C-4629-993F-F59845DBC3E5}" type="presParOf" srcId="{B6E35B8D-3A9D-4C29-B840-3284A79E6FB5}" destId="{1321852F-7FCA-4732-B1F2-61C0B614956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7A9C2F-30EB-4BE3-8A27-95468FDE1DD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3806883-8D07-4C14-9658-70BEF31E78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Data Processing</a:t>
          </a:r>
          <a:endParaRPr lang="en-US"/>
        </a:p>
      </dgm:t>
    </dgm:pt>
    <dgm:pt modelId="{9A9EE487-23F8-4D61-8904-F193769528EA}" type="parTrans" cxnId="{AF7BB464-C46C-4E3B-9C61-94DD4063C5AD}">
      <dgm:prSet/>
      <dgm:spPr/>
      <dgm:t>
        <a:bodyPr/>
        <a:lstStyle/>
        <a:p>
          <a:endParaRPr lang="en-US"/>
        </a:p>
      </dgm:t>
    </dgm:pt>
    <dgm:pt modelId="{BF50A0EB-9B50-48F8-ADD1-36145C53AA7A}" type="sibTrans" cxnId="{AF7BB464-C46C-4E3B-9C61-94DD4063C5AD}">
      <dgm:prSet/>
      <dgm:spPr/>
      <dgm:t>
        <a:bodyPr/>
        <a:lstStyle/>
        <a:p>
          <a:endParaRPr lang="en-US"/>
        </a:p>
      </dgm:t>
    </dgm:pt>
    <dgm:pt modelId="{D7498213-C0B5-496F-98FD-9A97F29505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1-2: Collect &amp; merge 32 tables (1.5M records)</a:t>
          </a:r>
        </a:p>
      </dgm:t>
    </dgm:pt>
    <dgm:pt modelId="{ED0DCDAC-B17D-4A29-B1EF-8240020584D2}" type="parTrans" cxnId="{E5D4767A-A1A4-4BFB-A268-7A481C0383F8}">
      <dgm:prSet/>
      <dgm:spPr/>
      <dgm:t>
        <a:bodyPr/>
        <a:lstStyle/>
        <a:p>
          <a:endParaRPr lang="en-US"/>
        </a:p>
      </dgm:t>
    </dgm:pt>
    <dgm:pt modelId="{DD641523-0E94-42F6-8DC7-DAA99543193F}" type="sibTrans" cxnId="{E5D4767A-A1A4-4BFB-A268-7A481C0383F8}">
      <dgm:prSet/>
      <dgm:spPr/>
      <dgm:t>
        <a:bodyPr/>
        <a:lstStyle/>
        <a:p>
          <a:endParaRPr lang="en-US"/>
        </a:p>
      </dgm:t>
    </dgm:pt>
    <dgm:pt modelId="{F0DD0339-AEF4-4DB2-A8C0-75D639D16F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3: Handle 384M missing values (26.4% of data)</a:t>
          </a:r>
        </a:p>
      </dgm:t>
    </dgm:pt>
    <dgm:pt modelId="{C0A16D2C-1028-4683-A1AB-2B7A5B5C464E}" type="parTrans" cxnId="{D77842AB-4903-4897-8FF7-B04D7A3715C2}">
      <dgm:prSet/>
      <dgm:spPr/>
      <dgm:t>
        <a:bodyPr/>
        <a:lstStyle/>
        <a:p>
          <a:endParaRPr lang="en-US"/>
        </a:p>
      </dgm:t>
    </dgm:pt>
    <dgm:pt modelId="{1B97E94C-1E2E-4FF1-AE07-E608665DD1C8}" type="sibTrans" cxnId="{D77842AB-4903-4897-8FF7-B04D7A3715C2}">
      <dgm:prSet/>
      <dgm:spPr/>
      <dgm:t>
        <a:bodyPr/>
        <a:lstStyle/>
        <a:p>
          <a:endParaRPr lang="en-US"/>
        </a:p>
      </dgm:t>
    </dgm:pt>
    <dgm:pt modelId="{48F01DEF-CA62-4F84-90C9-BD753FE91E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4: Engineer 727 features with scaling</a:t>
          </a:r>
        </a:p>
      </dgm:t>
    </dgm:pt>
    <dgm:pt modelId="{BE28E7E4-9DE5-43BB-A1A1-0B5E5A4835BB}" type="parTrans" cxnId="{A1B26E99-360B-4790-80AB-4BC26E6C6AD3}">
      <dgm:prSet/>
      <dgm:spPr/>
      <dgm:t>
        <a:bodyPr/>
        <a:lstStyle/>
        <a:p>
          <a:endParaRPr lang="en-US"/>
        </a:p>
      </dgm:t>
    </dgm:pt>
    <dgm:pt modelId="{4AC578F6-68E4-42CB-9018-CB579A238022}" type="sibTrans" cxnId="{A1B26E99-360B-4790-80AB-4BC26E6C6AD3}">
      <dgm:prSet/>
      <dgm:spPr/>
      <dgm:t>
        <a:bodyPr/>
        <a:lstStyle/>
        <a:p>
          <a:endParaRPr lang="en-US"/>
        </a:p>
      </dgm:t>
    </dgm:pt>
    <dgm:pt modelId="{3A1D783F-E7D3-41F8-B665-5B54590B8B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Model Development</a:t>
          </a:r>
          <a:endParaRPr lang="en-US"/>
        </a:p>
      </dgm:t>
    </dgm:pt>
    <dgm:pt modelId="{691E700B-CBEB-4D8E-8661-23A4FD07C645}" type="parTrans" cxnId="{B3339BCA-0D0A-40B6-8A5E-CEA6C7943BA0}">
      <dgm:prSet/>
      <dgm:spPr/>
      <dgm:t>
        <a:bodyPr/>
        <a:lstStyle/>
        <a:p>
          <a:endParaRPr lang="en-US"/>
        </a:p>
      </dgm:t>
    </dgm:pt>
    <dgm:pt modelId="{12E268FD-C6A2-423B-94CD-AA407572A670}" type="sibTrans" cxnId="{B3339BCA-0D0A-40B6-8A5E-CEA6C7943BA0}">
      <dgm:prSet/>
      <dgm:spPr/>
      <dgm:t>
        <a:bodyPr/>
        <a:lstStyle/>
        <a:p>
          <a:endParaRPr lang="en-US"/>
        </a:p>
      </dgm:t>
    </dgm:pt>
    <dgm:pt modelId="{E49E2B5C-044C-45F9-9A2D-80ADF79761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5: Train LightGBM + Logistic Regression</a:t>
          </a:r>
        </a:p>
      </dgm:t>
    </dgm:pt>
    <dgm:pt modelId="{C168EABB-9604-4944-B69A-B6F9C0B0AB87}" type="parTrans" cxnId="{D1BABBBE-55AF-425D-ABA7-B028951FCB5A}">
      <dgm:prSet/>
      <dgm:spPr/>
      <dgm:t>
        <a:bodyPr/>
        <a:lstStyle/>
        <a:p>
          <a:endParaRPr lang="en-US"/>
        </a:p>
      </dgm:t>
    </dgm:pt>
    <dgm:pt modelId="{DAB79BA7-C5A0-494D-85DC-1780C83D7623}" type="sibTrans" cxnId="{D1BABBBE-55AF-425D-ABA7-B028951FCB5A}">
      <dgm:prSet/>
      <dgm:spPr/>
      <dgm:t>
        <a:bodyPr/>
        <a:lstStyle/>
        <a:p>
          <a:endParaRPr lang="en-US"/>
        </a:p>
      </dgm:t>
    </dgm:pt>
    <dgm:pt modelId="{6488DB82-CDA9-4B4B-9E3A-C42F3899FE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6: Evaluate with AUC-ROC, precision, recall</a:t>
          </a:r>
        </a:p>
      </dgm:t>
    </dgm:pt>
    <dgm:pt modelId="{3809C57E-AA44-40C2-8873-C4066F8A9F23}" type="parTrans" cxnId="{502F85E2-66D8-485E-99F9-0FDE31E951C0}">
      <dgm:prSet/>
      <dgm:spPr/>
      <dgm:t>
        <a:bodyPr/>
        <a:lstStyle/>
        <a:p>
          <a:endParaRPr lang="en-US"/>
        </a:p>
      </dgm:t>
    </dgm:pt>
    <dgm:pt modelId="{7D0C5491-2D92-4DDA-BC0E-DBDC476D4280}" type="sibTrans" cxnId="{502F85E2-66D8-485E-99F9-0FDE31E951C0}">
      <dgm:prSet/>
      <dgm:spPr/>
      <dgm:t>
        <a:bodyPr/>
        <a:lstStyle/>
        <a:p>
          <a:endParaRPr lang="en-US"/>
        </a:p>
      </dgm:t>
    </dgm:pt>
    <dgm:pt modelId="{1EEC859D-6E23-4F4B-8803-1ED15732C4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Explainability &amp; Optimization</a:t>
          </a:r>
          <a:endParaRPr lang="en-US"/>
        </a:p>
      </dgm:t>
    </dgm:pt>
    <dgm:pt modelId="{86523D6A-1C2E-431E-A833-1240566CA96B}" type="parTrans" cxnId="{F368CA28-9E34-4C91-AEF7-8A84000B11A9}">
      <dgm:prSet/>
      <dgm:spPr/>
      <dgm:t>
        <a:bodyPr/>
        <a:lstStyle/>
        <a:p>
          <a:endParaRPr lang="en-US"/>
        </a:p>
      </dgm:t>
    </dgm:pt>
    <dgm:pt modelId="{BBDFA082-C0E0-47AF-86DE-D3211C7001A7}" type="sibTrans" cxnId="{F368CA28-9E34-4C91-AEF7-8A84000B11A9}">
      <dgm:prSet/>
      <dgm:spPr/>
      <dgm:t>
        <a:bodyPr/>
        <a:lstStyle/>
        <a:p>
          <a:endParaRPr lang="en-US"/>
        </a:p>
      </dgm:t>
    </dgm:pt>
    <dgm:pt modelId="{02EC939C-0C26-40F1-9D57-72AA95BD8C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7: SHAP analysis for interpretability</a:t>
          </a:r>
        </a:p>
      </dgm:t>
    </dgm:pt>
    <dgm:pt modelId="{BAF0CAF9-D6AD-41BB-B06D-9120F845E760}" type="parTrans" cxnId="{056C613A-0232-4F5F-9EA3-3F309E6DD2F1}">
      <dgm:prSet/>
      <dgm:spPr/>
      <dgm:t>
        <a:bodyPr/>
        <a:lstStyle/>
        <a:p>
          <a:endParaRPr lang="en-US"/>
        </a:p>
      </dgm:t>
    </dgm:pt>
    <dgm:pt modelId="{C167D17C-1F53-49F3-8535-554E6095DD58}" type="sibTrans" cxnId="{056C613A-0232-4F5F-9EA3-3F309E6DD2F1}">
      <dgm:prSet/>
      <dgm:spPr/>
      <dgm:t>
        <a:bodyPr/>
        <a:lstStyle/>
        <a:p>
          <a:endParaRPr lang="en-US"/>
        </a:p>
      </dgm:t>
    </dgm:pt>
    <dgm:pt modelId="{7E876635-E3C6-46C9-B9F4-51959DFCFB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8: Generate comprehensive visualizations</a:t>
          </a:r>
        </a:p>
      </dgm:t>
    </dgm:pt>
    <dgm:pt modelId="{60EF9466-B4C6-4F5F-BE07-3FAC2AD0BCFB}" type="parTrans" cxnId="{8B0C0899-149F-4652-AEC7-EF468A060472}">
      <dgm:prSet/>
      <dgm:spPr/>
      <dgm:t>
        <a:bodyPr/>
        <a:lstStyle/>
        <a:p>
          <a:endParaRPr lang="en-US"/>
        </a:p>
      </dgm:t>
    </dgm:pt>
    <dgm:pt modelId="{78B920B9-BFC1-4C61-9CB3-547CE8739F46}" type="sibTrans" cxnId="{8B0C0899-149F-4652-AEC7-EF468A060472}">
      <dgm:prSet/>
      <dgm:spPr/>
      <dgm:t>
        <a:bodyPr/>
        <a:lstStyle/>
        <a:p>
          <a:endParaRPr lang="en-US"/>
        </a:p>
      </dgm:t>
    </dgm:pt>
    <dgm:pt modelId="{045FBE1A-DB3B-4273-9784-72D7BE9371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9: Optimize threshold for business outcomes</a:t>
          </a:r>
        </a:p>
      </dgm:t>
    </dgm:pt>
    <dgm:pt modelId="{A10CE65B-5E00-41EA-97FB-18B530ECE112}" type="parTrans" cxnId="{988F9115-3CCE-4D03-86BE-230EE303C501}">
      <dgm:prSet/>
      <dgm:spPr/>
      <dgm:t>
        <a:bodyPr/>
        <a:lstStyle/>
        <a:p>
          <a:endParaRPr lang="en-US"/>
        </a:p>
      </dgm:t>
    </dgm:pt>
    <dgm:pt modelId="{C72893D7-F6A7-476C-8B9D-8BD8A17A4E0D}" type="sibTrans" cxnId="{988F9115-3CCE-4D03-86BE-230EE303C501}">
      <dgm:prSet/>
      <dgm:spPr/>
      <dgm:t>
        <a:bodyPr/>
        <a:lstStyle/>
        <a:p>
          <a:endParaRPr lang="en-US"/>
        </a:p>
      </dgm:t>
    </dgm:pt>
    <dgm:pt modelId="{5BD0240E-4266-4AE0-9033-6819268CFDFB}" type="pres">
      <dgm:prSet presAssocID="{E97A9C2F-30EB-4BE3-8A27-95468FDE1DDC}" presName="root" presStyleCnt="0">
        <dgm:presLayoutVars>
          <dgm:dir/>
          <dgm:resizeHandles val="exact"/>
        </dgm:presLayoutVars>
      </dgm:prSet>
      <dgm:spPr/>
    </dgm:pt>
    <dgm:pt modelId="{0DF2B373-24F2-4E25-93AE-3987027BB207}" type="pres">
      <dgm:prSet presAssocID="{13806883-8D07-4C14-9658-70BEF31E78B2}" presName="compNode" presStyleCnt="0"/>
      <dgm:spPr/>
    </dgm:pt>
    <dgm:pt modelId="{67515765-60F8-4275-9466-0C978F0F43A6}" type="pres">
      <dgm:prSet presAssocID="{13806883-8D07-4C14-9658-70BEF31E78B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1BEED43-771F-4FF0-B3A4-B55C06ED9F2F}" type="pres">
      <dgm:prSet presAssocID="{13806883-8D07-4C14-9658-70BEF31E78B2}" presName="iconSpace" presStyleCnt="0"/>
      <dgm:spPr/>
    </dgm:pt>
    <dgm:pt modelId="{8B693B8B-7FE7-4A95-8F18-A13AC114F595}" type="pres">
      <dgm:prSet presAssocID="{13806883-8D07-4C14-9658-70BEF31E78B2}" presName="parTx" presStyleLbl="revTx" presStyleIdx="0" presStyleCnt="6">
        <dgm:presLayoutVars>
          <dgm:chMax val="0"/>
          <dgm:chPref val="0"/>
        </dgm:presLayoutVars>
      </dgm:prSet>
      <dgm:spPr/>
    </dgm:pt>
    <dgm:pt modelId="{73140992-8D3F-4E69-AE9A-C67C4EB62F43}" type="pres">
      <dgm:prSet presAssocID="{13806883-8D07-4C14-9658-70BEF31E78B2}" presName="txSpace" presStyleCnt="0"/>
      <dgm:spPr/>
    </dgm:pt>
    <dgm:pt modelId="{B93713AA-306D-40B2-AAA7-F4FAF597B883}" type="pres">
      <dgm:prSet presAssocID="{13806883-8D07-4C14-9658-70BEF31E78B2}" presName="desTx" presStyleLbl="revTx" presStyleIdx="1" presStyleCnt="6">
        <dgm:presLayoutVars/>
      </dgm:prSet>
      <dgm:spPr/>
    </dgm:pt>
    <dgm:pt modelId="{FB3166A8-7DD9-4841-B648-1B8672B4AE40}" type="pres">
      <dgm:prSet presAssocID="{BF50A0EB-9B50-48F8-ADD1-36145C53AA7A}" presName="sibTrans" presStyleCnt="0"/>
      <dgm:spPr/>
    </dgm:pt>
    <dgm:pt modelId="{1C5258B0-8B92-41BE-AFB5-7F72D212EE09}" type="pres">
      <dgm:prSet presAssocID="{3A1D783F-E7D3-41F8-B665-5B54590B8B24}" presName="compNode" presStyleCnt="0"/>
      <dgm:spPr/>
    </dgm:pt>
    <dgm:pt modelId="{9D5DEA92-10CC-4BDD-9158-AFEF55E41AF6}" type="pres">
      <dgm:prSet presAssocID="{3A1D783F-E7D3-41F8-B665-5B54590B8B2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AB021C10-7EEC-4DFE-958A-E686DA18ECCA}" type="pres">
      <dgm:prSet presAssocID="{3A1D783F-E7D3-41F8-B665-5B54590B8B24}" presName="iconSpace" presStyleCnt="0"/>
      <dgm:spPr/>
    </dgm:pt>
    <dgm:pt modelId="{A1612ABF-DFE0-47C0-BBFB-0CAE64380900}" type="pres">
      <dgm:prSet presAssocID="{3A1D783F-E7D3-41F8-B665-5B54590B8B24}" presName="parTx" presStyleLbl="revTx" presStyleIdx="2" presStyleCnt="6">
        <dgm:presLayoutVars>
          <dgm:chMax val="0"/>
          <dgm:chPref val="0"/>
        </dgm:presLayoutVars>
      </dgm:prSet>
      <dgm:spPr/>
    </dgm:pt>
    <dgm:pt modelId="{A231BF73-D797-4908-B808-7998B177B5D5}" type="pres">
      <dgm:prSet presAssocID="{3A1D783F-E7D3-41F8-B665-5B54590B8B24}" presName="txSpace" presStyleCnt="0"/>
      <dgm:spPr/>
    </dgm:pt>
    <dgm:pt modelId="{0776AD42-524F-46B7-B647-B46BAC354A9E}" type="pres">
      <dgm:prSet presAssocID="{3A1D783F-E7D3-41F8-B665-5B54590B8B24}" presName="desTx" presStyleLbl="revTx" presStyleIdx="3" presStyleCnt="6">
        <dgm:presLayoutVars/>
      </dgm:prSet>
      <dgm:spPr/>
    </dgm:pt>
    <dgm:pt modelId="{EDD21E30-1B9B-47CA-960D-CF528AE112D5}" type="pres">
      <dgm:prSet presAssocID="{12E268FD-C6A2-423B-94CD-AA407572A670}" presName="sibTrans" presStyleCnt="0"/>
      <dgm:spPr/>
    </dgm:pt>
    <dgm:pt modelId="{0DE4A4AD-BAB5-45C2-98B2-2A915A9C45B1}" type="pres">
      <dgm:prSet presAssocID="{1EEC859D-6E23-4F4B-8803-1ED15732C413}" presName="compNode" presStyleCnt="0"/>
      <dgm:spPr/>
    </dgm:pt>
    <dgm:pt modelId="{F5E8EA26-B72C-4E68-82A3-DD895859E633}" type="pres">
      <dgm:prSet presAssocID="{1EEC859D-6E23-4F4B-8803-1ED15732C41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D196F7A-6E3C-45EE-A693-7B8F424B5485}" type="pres">
      <dgm:prSet presAssocID="{1EEC859D-6E23-4F4B-8803-1ED15732C413}" presName="iconSpace" presStyleCnt="0"/>
      <dgm:spPr/>
    </dgm:pt>
    <dgm:pt modelId="{4056B865-73F6-4EA8-A626-F2AC06E5195D}" type="pres">
      <dgm:prSet presAssocID="{1EEC859D-6E23-4F4B-8803-1ED15732C413}" presName="parTx" presStyleLbl="revTx" presStyleIdx="4" presStyleCnt="6">
        <dgm:presLayoutVars>
          <dgm:chMax val="0"/>
          <dgm:chPref val="0"/>
        </dgm:presLayoutVars>
      </dgm:prSet>
      <dgm:spPr/>
    </dgm:pt>
    <dgm:pt modelId="{1587DCEA-FC90-4FB6-BEFD-DD38ED108B77}" type="pres">
      <dgm:prSet presAssocID="{1EEC859D-6E23-4F4B-8803-1ED15732C413}" presName="txSpace" presStyleCnt="0"/>
      <dgm:spPr/>
    </dgm:pt>
    <dgm:pt modelId="{758D1E91-D667-43EF-AF01-1A98639D9AF9}" type="pres">
      <dgm:prSet presAssocID="{1EEC859D-6E23-4F4B-8803-1ED15732C413}" presName="desTx" presStyleLbl="revTx" presStyleIdx="5" presStyleCnt="6">
        <dgm:presLayoutVars/>
      </dgm:prSet>
      <dgm:spPr/>
    </dgm:pt>
  </dgm:ptLst>
  <dgm:cxnLst>
    <dgm:cxn modelId="{D3378507-92DA-41E3-8902-F4158E0D62E4}" type="presOf" srcId="{E49E2B5C-044C-45F9-9A2D-80ADF797618C}" destId="{0776AD42-524F-46B7-B647-B46BAC354A9E}" srcOrd="0" destOrd="0" presId="urn:microsoft.com/office/officeart/2018/2/layout/IconLabelDescriptionList"/>
    <dgm:cxn modelId="{CE13FC09-CC29-4E24-B869-F3E8B566DE9D}" type="presOf" srcId="{48F01DEF-CA62-4F84-90C9-BD753FE91E39}" destId="{B93713AA-306D-40B2-AAA7-F4FAF597B883}" srcOrd="0" destOrd="2" presId="urn:microsoft.com/office/officeart/2018/2/layout/IconLabelDescriptionList"/>
    <dgm:cxn modelId="{988F9115-3CCE-4D03-86BE-230EE303C501}" srcId="{1EEC859D-6E23-4F4B-8803-1ED15732C413}" destId="{045FBE1A-DB3B-4273-9784-72D7BE937177}" srcOrd="2" destOrd="0" parTransId="{A10CE65B-5E00-41EA-97FB-18B530ECE112}" sibTransId="{C72893D7-F6A7-476C-8B9D-8BD8A17A4E0D}"/>
    <dgm:cxn modelId="{A3215D25-AED3-4401-9E58-A27038D138CC}" type="presOf" srcId="{02EC939C-0C26-40F1-9D57-72AA95BD8C1D}" destId="{758D1E91-D667-43EF-AF01-1A98639D9AF9}" srcOrd="0" destOrd="0" presId="urn:microsoft.com/office/officeart/2018/2/layout/IconLabelDescriptionList"/>
    <dgm:cxn modelId="{F368CA28-9E34-4C91-AEF7-8A84000B11A9}" srcId="{E97A9C2F-30EB-4BE3-8A27-95468FDE1DDC}" destId="{1EEC859D-6E23-4F4B-8803-1ED15732C413}" srcOrd="2" destOrd="0" parTransId="{86523D6A-1C2E-431E-A833-1240566CA96B}" sibTransId="{BBDFA082-C0E0-47AF-86DE-D3211C7001A7}"/>
    <dgm:cxn modelId="{008E342C-4828-4CBB-A204-F53389BFAD2D}" type="presOf" srcId="{7E876635-E3C6-46C9-B9F4-51959DFCFB0C}" destId="{758D1E91-D667-43EF-AF01-1A98639D9AF9}" srcOrd="0" destOrd="1" presId="urn:microsoft.com/office/officeart/2018/2/layout/IconLabelDescriptionList"/>
    <dgm:cxn modelId="{056C613A-0232-4F5F-9EA3-3F309E6DD2F1}" srcId="{1EEC859D-6E23-4F4B-8803-1ED15732C413}" destId="{02EC939C-0C26-40F1-9D57-72AA95BD8C1D}" srcOrd="0" destOrd="0" parTransId="{BAF0CAF9-D6AD-41BB-B06D-9120F845E760}" sibTransId="{C167D17C-1F53-49F3-8535-554E6095DD58}"/>
    <dgm:cxn modelId="{36FAFF60-A558-42A4-894E-8E4027B85257}" type="presOf" srcId="{6488DB82-CDA9-4B4B-9E3A-C42F3899FE2A}" destId="{0776AD42-524F-46B7-B647-B46BAC354A9E}" srcOrd="0" destOrd="1" presId="urn:microsoft.com/office/officeart/2018/2/layout/IconLabelDescriptionList"/>
    <dgm:cxn modelId="{AF7BB464-C46C-4E3B-9C61-94DD4063C5AD}" srcId="{E97A9C2F-30EB-4BE3-8A27-95468FDE1DDC}" destId="{13806883-8D07-4C14-9658-70BEF31E78B2}" srcOrd="0" destOrd="0" parTransId="{9A9EE487-23F8-4D61-8904-F193769528EA}" sibTransId="{BF50A0EB-9B50-48F8-ADD1-36145C53AA7A}"/>
    <dgm:cxn modelId="{E5D4767A-A1A4-4BFB-A268-7A481C0383F8}" srcId="{13806883-8D07-4C14-9658-70BEF31E78B2}" destId="{D7498213-C0B5-496F-98FD-9A97F2950548}" srcOrd="0" destOrd="0" parTransId="{ED0DCDAC-B17D-4A29-B1EF-8240020584D2}" sibTransId="{DD641523-0E94-42F6-8DC7-DAA99543193F}"/>
    <dgm:cxn modelId="{A2969F83-DCD4-4C70-94A5-BCC60C6610C6}" type="presOf" srcId="{1EEC859D-6E23-4F4B-8803-1ED15732C413}" destId="{4056B865-73F6-4EA8-A626-F2AC06E5195D}" srcOrd="0" destOrd="0" presId="urn:microsoft.com/office/officeart/2018/2/layout/IconLabelDescriptionList"/>
    <dgm:cxn modelId="{A85EC78A-0380-4616-9586-F2361F0F12F9}" type="presOf" srcId="{13806883-8D07-4C14-9658-70BEF31E78B2}" destId="{8B693B8B-7FE7-4A95-8F18-A13AC114F595}" srcOrd="0" destOrd="0" presId="urn:microsoft.com/office/officeart/2018/2/layout/IconLabelDescriptionList"/>
    <dgm:cxn modelId="{B02FA68B-600D-45F4-9B4B-FA49B09CC7FF}" type="presOf" srcId="{3A1D783F-E7D3-41F8-B665-5B54590B8B24}" destId="{A1612ABF-DFE0-47C0-BBFB-0CAE64380900}" srcOrd="0" destOrd="0" presId="urn:microsoft.com/office/officeart/2018/2/layout/IconLabelDescriptionList"/>
    <dgm:cxn modelId="{8B0C0899-149F-4652-AEC7-EF468A060472}" srcId="{1EEC859D-6E23-4F4B-8803-1ED15732C413}" destId="{7E876635-E3C6-46C9-B9F4-51959DFCFB0C}" srcOrd="1" destOrd="0" parTransId="{60EF9466-B4C6-4F5F-BE07-3FAC2AD0BCFB}" sibTransId="{78B920B9-BFC1-4C61-9CB3-547CE8739F46}"/>
    <dgm:cxn modelId="{A1B26E99-360B-4790-80AB-4BC26E6C6AD3}" srcId="{13806883-8D07-4C14-9658-70BEF31E78B2}" destId="{48F01DEF-CA62-4F84-90C9-BD753FE91E39}" srcOrd="2" destOrd="0" parTransId="{BE28E7E4-9DE5-43BB-A1A1-0B5E5A4835BB}" sibTransId="{4AC578F6-68E4-42CB-9018-CB579A238022}"/>
    <dgm:cxn modelId="{3350BD9B-5DEB-4B6E-8BAB-DD3EC0A663AB}" type="presOf" srcId="{045FBE1A-DB3B-4273-9784-72D7BE937177}" destId="{758D1E91-D667-43EF-AF01-1A98639D9AF9}" srcOrd="0" destOrd="2" presId="urn:microsoft.com/office/officeart/2018/2/layout/IconLabelDescriptionList"/>
    <dgm:cxn modelId="{D77842AB-4903-4897-8FF7-B04D7A3715C2}" srcId="{13806883-8D07-4C14-9658-70BEF31E78B2}" destId="{F0DD0339-AEF4-4DB2-A8C0-75D639D16FBE}" srcOrd="1" destOrd="0" parTransId="{C0A16D2C-1028-4683-A1AB-2B7A5B5C464E}" sibTransId="{1B97E94C-1E2E-4FF1-AE07-E608665DD1C8}"/>
    <dgm:cxn modelId="{D1BABBBE-55AF-425D-ABA7-B028951FCB5A}" srcId="{3A1D783F-E7D3-41F8-B665-5B54590B8B24}" destId="{E49E2B5C-044C-45F9-9A2D-80ADF797618C}" srcOrd="0" destOrd="0" parTransId="{C168EABB-9604-4944-B69A-B6F9C0B0AB87}" sibTransId="{DAB79BA7-C5A0-494D-85DC-1780C83D7623}"/>
    <dgm:cxn modelId="{B3339BCA-0D0A-40B6-8A5E-CEA6C7943BA0}" srcId="{E97A9C2F-30EB-4BE3-8A27-95468FDE1DDC}" destId="{3A1D783F-E7D3-41F8-B665-5B54590B8B24}" srcOrd="1" destOrd="0" parTransId="{691E700B-CBEB-4D8E-8661-23A4FD07C645}" sibTransId="{12E268FD-C6A2-423B-94CD-AA407572A670}"/>
    <dgm:cxn modelId="{A5AA00D9-331A-478F-B272-5240F398E7F7}" type="presOf" srcId="{E97A9C2F-30EB-4BE3-8A27-95468FDE1DDC}" destId="{5BD0240E-4266-4AE0-9033-6819268CFDFB}" srcOrd="0" destOrd="0" presId="urn:microsoft.com/office/officeart/2018/2/layout/IconLabelDescriptionList"/>
    <dgm:cxn modelId="{502F85E2-66D8-485E-99F9-0FDE31E951C0}" srcId="{3A1D783F-E7D3-41F8-B665-5B54590B8B24}" destId="{6488DB82-CDA9-4B4B-9E3A-C42F3899FE2A}" srcOrd="1" destOrd="0" parTransId="{3809C57E-AA44-40C2-8873-C4066F8A9F23}" sibTransId="{7D0C5491-2D92-4DDA-BC0E-DBDC476D4280}"/>
    <dgm:cxn modelId="{30A829EE-9134-4562-82D3-C9E31B438F35}" type="presOf" srcId="{F0DD0339-AEF4-4DB2-A8C0-75D639D16FBE}" destId="{B93713AA-306D-40B2-AAA7-F4FAF597B883}" srcOrd="0" destOrd="1" presId="urn:microsoft.com/office/officeart/2018/2/layout/IconLabelDescriptionList"/>
    <dgm:cxn modelId="{C2CC30F2-BA1B-4840-9E3F-E2F088D1CEE9}" type="presOf" srcId="{D7498213-C0B5-496F-98FD-9A97F2950548}" destId="{B93713AA-306D-40B2-AAA7-F4FAF597B883}" srcOrd="0" destOrd="0" presId="urn:microsoft.com/office/officeart/2018/2/layout/IconLabelDescriptionList"/>
    <dgm:cxn modelId="{5F2E81B1-E4AD-4E55-8D1D-9BC6FC5E85CA}" type="presParOf" srcId="{5BD0240E-4266-4AE0-9033-6819268CFDFB}" destId="{0DF2B373-24F2-4E25-93AE-3987027BB207}" srcOrd="0" destOrd="0" presId="urn:microsoft.com/office/officeart/2018/2/layout/IconLabelDescriptionList"/>
    <dgm:cxn modelId="{ADCB86A2-C878-4E0C-9E43-634F34F976F7}" type="presParOf" srcId="{0DF2B373-24F2-4E25-93AE-3987027BB207}" destId="{67515765-60F8-4275-9466-0C978F0F43A6}" srcOrd="0" destOrd="0" presId="urn:microsoft.com/office/officeart/2018/2/layout/IconLabelDescriptionList"/>
    <dgm:cxn modelId="{83652B66-D9C7-4BB4-B6E4-55D5F80F717D}" type="presParOf" srcId="{0DF2B373-24F2-4E25-93AE-3987027BB207}" destId="{31BEED43-771F-4FF0-B3A4-B55C06ED9F2F}" srcOrd="1" destOrd="0" presId="urn:microsoft.com/office/officeart/2018/2/layout/IconLabelDescriptionList"/>
    <dgm:cxn modelId="{55CD59E6-096C-4420-887A-88A36D3C7A09}" type="presParOf" srcId="{0DF2B373-24F2-4E25-93AE-3987027BB207}" destId="{8B693B8B-7FE7-4A95-8F18-A13AC114F595}" srcOrd="2" destOrd="0" presId="urn:microsoft.com/office/officeart/2018/2/layout/IconLabelDescriptionList"/>
    <dgm:cxn modelId="{2DAA0ACF-3D37-4A8A-9A72-5B7485870F1B}" type="presParOf" srcId="{0DF2B373-24F2-4E25-93AE-3987027BB207}" destId="{73140992-8D3F-4E69-AE9A-C67C4EB62F43}" srcOrd="3" destOrd="0" presId="urn:microsoft.com/office/officeart/2018/2/layout/IconLabelDescriptionList"/>
    <dgm:cxn modelId="{A43C21F1-C547-4205-9F9E-30879B50BE52}" type="presParOf" srcId="{0DF2B373-24F2-4E25-93AE-3987027BB207}" destId="{B93713AA-306D-40B2-AAA7-F4FAF597B883}" srcOrd="4" destOrd="0" presId="urn:microsoft.com/office/officeart/2018/2/layout/IconLabelDescriptionList"/>
    <dgm:cxn modelId="{978216F7-ED68-4EA6-9567-A87120EF3687}" type="presParOf" srcId="{5BD0240E-4266-4AE0-9033-6819268CFDFB}" destId="{FB3166A8-7DD9-4841-B648-1B8672B4AE40}" srcOrd="1" destOrd="0" presId="urn:microsoft.com/office/officeart/2018/2/layout/IconLabelDescriptionList"/>
    <dgm:cxn modelId="{F8688DD5-4B15-474A-8F70-0C83B858C417}" type="presParOf" srcId="{5BD0240E-4266-4AE0-9033-6819268CFDFB}" destId="{1C5258B0-8B92-41BE-AFB5-7F72D212EE09}" srcOrd="2" destOrd="0" presId="urn:microsoft.com/office/officeart/2018/2/layout/IconLabelDescriptionList"/>
    <dgm:cxn modelId="{CF0F4AA1-35EC-4847-A6CD-432E989A4A61}" type="presParOf" srcId="{1C5258B0-8B92-41BE-AFB5-7F72D212EE09}" destId="{9D5DEA92-10CC-4BDD-9158-AFEF55E41AF6}" srcOrd="0" destOrd="0" presId="urn:microsoft.com/office/officeart/2018/2/layout/IconLabelDescriptionList"/>
    <dgm:cxn modelId="{47C6924C-AC8A-499F-9073-ACD676FCDFDA}" type="presParOf" srcId="{1C5258B0-8B92-41BE-AFB5-7F72D212EE09}" destId="{AB021C10-7EEC-4DFE-958A-E686DA18ECCA}" srcOrd="1" destOrd="0" presId="urn:microsoft.com/office/officeart/2018/2/layout/IconLabelDescriptionList"/>
    <dgm:cxn modelId="{59602ADC-A47D-4688-AF8A-F9E79502435B}" type="presParOf" srcId="{1C5258B0-8B92-41BE-AFB5-7F72D212EE09}" destId="{A1612ABF-DFE0-47C0-BBFB-0CAE64380900}" srcOrd="2" destOrd="0" presId="urn:microsoft.com/office/officeart/2018/2/layout/IconLabelDescriptionList"/>
    <dgm:cxn modelId="{4C3F1395-4BFA-44DF-8FAB-F2D5515FEDB8}" type="presParOf" srcId="{1C5258B0-8B92-41BE-AFB5-7F72D212EE09}" destId="{A231BF73-D797-4908-B808-7998B177B5D5}" srcOrd="3" destOrd="0" presId="urn:microsoft.com/office/officeart/2018/2/layout/IconLabelDescriptionList"/>
    <dgm:cxn modelId="{164F9FD9-8530-4BB6-8F9C-6495B3C36AE0}" type="presParOf" srcId="{1C5258B0-8B92-41BE-AFB5-7F72D212EE09}" destId="{0776AD42-524F-46B7-B647-B46BAC354A9E}" srcOrd="4" destOrd="0" presId="urn:microsoft.com/office/officeart/2018/2/layout/IconLabelDescriptionList"/>
    <dgm:cxn modelId="{BC5D48BC-4B68-470E-8666-F9DD3FF79D69}" type="presParOf" srcId="{5BD0240E-4266-4AE0-9033-6819268CFDFB}" destId="{EDD21E30-1B9B-47CA-960D-CF528AE112D5}" srcOrd="3" destOrd="0" presId="urn:microsoft.com/office/officeart/2018/2/layout/IconLabelDescriptionList"/>
    <dgm:cxn modelId="{B62164A3-D5EC-46EF-90CD-EA9B3B3D8E07}" type="presParOf" srcId="{5BD0240E-4266-4AE0-9033-6819268CFDFB}" destId="{0DE4A4AD-BAB5-45C2-98B2-2A915A9C45B1}" srcOrd="4" destOrd="0" presId="urn:microsoft.com/office/officeart/2018/2/layout/IconLabelDescriptionList"/>
    <dgm:cxn modelId="{BEB817DE-5B28-49A4-B3A2-2EC4A492F286}" type="presParOf" srcId="{0DE4A4AD-BAB5-45C2-98B2-2A915A9C45B1}" destId="{F5E8EA26-B72C-4E68-82A3-DD895859E633}" srcOrd="0" destOrd="0" presId="urn:microsoft.com/office/officeart/2018/2/layout/IconLabelDescriptionList"/>
    <dgm:cxn modelId="{972DFE46-F2FF-437D-BDE2-5CEA446FB76A}" type="presParOf" srcId="{0DE4A4AD-BAB5-45C2-98B2-2A915A9C45B1}" destId="{BD196F7A-6E3C-45EE-A693-7B8F424B5485}" srcOrd="1" destOrd="0" presId="urn:microsoft.com/office/officeart/2018/2/layout/IconLabelDescriptionList"/>
    <dgm:cxn modelId="{74D24A73-DC7F-4521-BFAB-9905681AFE17}" type="presParOf" srcId="{0DE4A4AD-BAB5-45C2-98B2-2A915A9C45B1}" destId="{4056B865-73F6-4EA8-A626-F2AC06E5195D}" srcOrd="2" destOrd="0" presId="urn:microsoft.com/office/officeart/2018/2/layout/IconLabelDescriptionList"/>
    <dgm:cxn modelId="{9809B402-3E0B-4930-8861-8A69F9EF5F2D}" type="presParOf" srcId="{0DE4A4AD-BAB5-45C2-98B2-2A915A9C45B1}" destId="{1587DCEA-FC90-4FB6-BEFD-DD38ED108B77}" srcOrd="3" destOrd="0" presId="urn:microsoft.com/office/officeart/2018/2/layout/IconLabelDescriptionList"/>
    <dgm:cxn modelId="{186B20E9-1F54-4401-94F9-F6CFDE0A8B16}" type="presParOf" srcId="{0DE4A4AD-BAB5-45C2-98B2-2A915A9C45B1}" destId="{758D1E91-D667-43EF-AF01-1A98639D9AF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FC789B-5E1D-4408-9D18-ACAEDA6FFA5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E74A49-58BF-4FE5-99D6-2B092B30BB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Data Engineering</a:t>
          </a:r>
          <a:endParaRPr lang="en-US"/>
        </a:p>
      </dgm:t>
    </dgm:pt>
    <dgm:pt modelId="{8EFFD873-685F-4E28-B742-B63D8DBCFE09}" type="parTrans" cxnId="{86A0A96A-706C-404D-94A3-66DAF692C72D}">
      <dgm:prSet/>
      <dgm:spPr/>
      <dgm:t>
        <a:bodyPr/>
        <a:lstStyle/>
        <a:p>
          <a:endParaRPr lang="en-US"/>
        </a:p>
      </dgm:t>
    </dgm:pt>
    <dgm:pt modelId="{2A3C3174-C6DC-4A5A-A560-F2F08080FB52}" type="sibTrans" cxnId="{86A0A96A-706C-404D-94A3-66DAF692C72D}">
      <dgm:prSet/>
      <dgm:spPr/>
      <dgm:t>
        <a:bodyPr/>
        <a:lstStyle/>
        <a:p>
          <a:endParaRPr lang="en-US"/>
        </a:p>
      </dgm:t>
    </dgm:pt>
    <dgm:pt modelId="{D492BCAD-A2F5-4411-B0EC-1A539E3A30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Static table merging (1:1 joins on case_id)</a:t>
          </a:r>
        </a:p>
      </dgm:t>
    </dgm:pt>
    <dgm:pt modelId="{663D77F6-E98A-4509-BF04-EAA76EBB525F}" type="parTrans" cxnId="{E9C815E6-A101-4836-B5FC-9A98936270DF}">
      <dgm:prSet/>
      <dgm:spPr/>
      <dgm:t>
        <a:bodyPr/>
        <a:lstStyle/>
        <a:p>
          <a:endParaRPr lang="en-US"/>
        </a:p>
      </dgm:t>
    </dgm:pt>
    <dgm:pt modelId="{237EE161-1E06-48C7-A970-ED5F063B304F}" type="sibTrans" cxnId="{E9C815E6-A101-4836-B5FC-9A98936270DF}">
      <dgm:prSet/>
      <dgm:spPr/>
      <dgm:t>
        <a:bodyPr/>
        <a:lstStyle/>
        <a:p>
          <a:endParaRPr lang="en-US"/>
        </a:p>
      </dgm:t>
    </dgm:pt>
    <dgm:pt modelId="{7116DEC6-07EC-4FCC-A6F9-ECCFF45042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Dynamic table aggregation (mean, median, std, min, max)</a:t>
          </a:r>
        </a:p>
      </dgm:t>
    </dgm:pt>
    <dgm:pt modelId="{1E45AD5A-BD9D-442D-AA76-7263ABAEC5C2}" type="parTrans" cxnId="{C39BA656-3502-4032-B5C7-EE62A978E8BE}">
      <dgm:prSet/>
      <dgm:spPr/>
      <dgm:t>
        <a:bodyPr/>
        <a:lstStyle/>
        <a:p>
          <a:endParaRPr lang="en-US"/>
        </a:p>
      </dgm:t>
    </dgm:pt>
    <dgm:pt modelId="{A1C8B6AB-2F03-415D-A133-9FAD2F8D4E8C}" type="sibTrans" cxnId="{C39BA656-3502-4032-B5C7-EE62A978E8BE}">
      <dgm:prSet/>
      <dgm:spPr/>
      <dgm:t>
        <a:bodyPr/>
        <a:lstStyle/>
        <a:p>
          <a:endParaRPr lang="en-US"/>
        </a:p>
      </dgm:t>
    </dgm:pt>
    <dgm:pt modelId="{54F1856E-5DAF-409A-96E7-D46F58E5E0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Strategic imputation (median for numerical, mode for categorical)</a:t>
          </a:r>
        </a:p>
      </dgm:t>
    </dgm:pt>
    <dgm:pt modelId="{5CAA7F6B-0064-4B16-AF92-F5382013A0E1}" type="parTrans" cxnId="{D018CE68-7128-4C6C-A5E4-E8A3FA9E1368}">
      <dgm:prSet/>
      <dgm:spPr/>
      <dgm:t>
        <a:bodyPr/>
        <a:lstStyle/>
        <a:p>
          <a:endParaRPr lang="en-US"/>
        </a:p>
      </dgm:t>
    </dgm:pt>
    <dgm:pt modelId="{ECFE1555-1EE8-456B-8642-F2BA88C50796}" type="sibTrans" cxnId="{D018CE68-7128-4C6C-A5E4-E8A3FA9E1368}">
      <dgm:prSet/>
      <dgm:spPr/>
      <dgm:t>
        <a:bodyPr/>
        <a:lstStyle/>
        <a:p>
          <a:endParaRPr lang="en-US"/>
        </a:p>
      </dgm:t>
    </dgm:pt>
    <dgm:pt modelId="{C052CFC8-6745-4F1B-A74F-A9A11EAA08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Memory optimization (Parquet format, 76% reduction)</a:t>
          </a:r>
        </a:p>
      </dgm:t>
    </dgm:pt>
    <dgm:pt modelId="{CE2A30B7-1C50-4E41-B241-646092E9023C}" type="parTrans" cxnId="{7683E667-DE35-479B-A0CC-2E4E10072D28}">
      <dgm:prSet/>
      <dgm:spPr/>
      <dgm:t>
        <a:bodyPr/>
        <a:lstStyle/>
        <a:p>
          <a:endParaRPr lang="en-US"/>
        </a:p>
      </dgm:t>
    </dgm:pt>
    <dgm:pt modelId="{033DA124-C1F9-4E86-9FE4-43508C038F21}" type="sibTrans" cxnId="{7683E667-DE35-479B-A0CC-2E4E10072D28}">
      <dgm:prSet/>
      <dgm:spPr/>
      <dgm:t>
        <a:bodyPr/>
        <a:lstStyle/>
        <a:p>
          <a:endParaRPr lang="en-US"/>
        </a:p>
      </dgm:t>
    </dgm:pt>
    <dgm:pt modelId="{F0BEC329-829E-4919-A5E9-EB6BEF5D8E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Machine Learning</a:t>
          </a:r>
          <a:endParaRPr lang="en-US"/>
        </a:p>
      </dgm:t>
    </dgm:pt>
    <dgm:pt modelId="{E7181FE8-5242-434D-9FCC-AD0D9D82D3B3}" type="parTrans" cxnId="{830C5B35-253D-485D-A172-2F6DF99DA4DE}">
      <dgm:prSet/>
      <dgm:spPr/>
      <dgm:t>
        <a:bodyPr/>
        <a:lstStyle/>
        <a:p>
          <a:endParaRPr lang="en-US"/>
        </a:p>
      </dgm:t>
    </dgm:pt>
    <dgm:pt modelId="{84933477-A9C3-4F72-B387-9C29C81D19F1}" type="sibTrans" cxnId="{830C5B35-253D-485D-A172-2F6DF99DA4DE}">
      <dgm:prSet/>
      <dgm:spPr/>
      <dgm:t>
        <a:bodyPr/>
        <a:lstStyle/>
        <a:p>
          <a:endParaRPr lang="en-US"/>
        </a:p>
      </dgm:t>
    </dgm:pt>
    <dgm:pt modelId="{CEEE74C5-8194-4AE9-89A3-7FE5DB5672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Stratified train-test split (85/15) preserving class balance</a:t>
          </a:r>
        </a:p>
      </dgm:t>
    </dgm:pt>
    <dgm:pt modelId="{3766E4FE-9D9C-45A0-9FB5-582157B8C1DE}" type="parTrans" cxnId="{93FB74E3-503B-4B73-9581-551EAC6DA9CC}">
      <dgm:prSet/>
      <dgm:spPr/>
      <dgm:t>
        <a:bodyPr/>
        <a:lstStyle/>
        <a:p>
          <a:endParaRPr lang="en-US"/>
        </a:p>
      </dgm:t>
    </dgm:pt>
    <dgm:pt modelId="{844553CC-5233-404C-8D1D-39A6710A6968}" type="sibTrans" cxnId="{93FB74E3-503B-4B73-9581-551EAC6DA9CC}">
      <dgm:prSet/>
      <dgm:spPr/>
      <dgm:t>
        <a:bodyPr/>
        <a:lstStyle/>
        <a:p>
          <a:endParaRPr lang="en-US"/>
        </a:p>
      </dgm:t>
    </dgm:pt>
    <dgm:pt modelId="{7D669EEB-E63F-4F39-8ADD-2CFFE5CC11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One-hot encoding for categorical features</a:t>
          </a:r>
        </a:p>
      </dgm:t>
    </dgm:pt>
    <dgm:pt modelId="{A8385ABC-B5DA-4D06-AB48-A4023D19376B}" type="parTrans" cxnId="{9E6BF3AA-391D-4804-A4BE-90C8AA9B520A}">
      <dgm:prSet/>
      <dgm:spPr/>
      <dgm:t>
        <a:bodyPr/>
        <a:lstStyle/>
        <a:p>
          <a:endParaRPr lang="en-US"/>
        </a:p>
      </dgm:t>
    </dgm:pt>
    <dgm:pt modelId="{B2A31906-F9E1-4E1A-B01D-EA813556BB38}" type="sibTrans" cxnId="{9E6BF3AA-391D-4804-A4BE-90C8AA9B520A}">
      <dgm:prSet/>
      <dgm:spPr/>
      <dgm:t>
        <a:bodyPr/>
        <a:lstStyle/>
        <a:p>
          <a:endParaRPr lang="en-US"/>
        </a:p>
      </dgm:t>
    </dgm:pt>
    <dgm:pt modelId="{367B499C-5228-438A-80F0-B1E715B4FC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StandardScaler for numerical features</a:t>
          </a:r>
        </a:p>
      </dgm:t>
    </dgm:pt>
    <dgm:pt modelId="{660E82AD-54EF-4F6E-A591-51B59AB4115E}" type="parTrans" cxnId="{9E731311-2E0F-471C-8678-2AD5269D83FE}">
      <dgm:prSet/>
      <dgm:spPr/>
      <dgm:t>
        <a:bodyPr/>
        <a:lstStyle/>
        <a:p>
          <a:endParaRPr lang="en-US"/>
        </a:p>
      </dgm:t>
    </dgm:pt>
    <dgm:pt modelId="{D6674243-A7C6-4BE3-804A-D724F69FB248}" type="sibTrans" cxnId="{9E731311-2E0F-471C-8678-2AD5269D83FE}">
      <dgm:prSet/>
      <dgm:spPr/>
      <dgm:t>
        <a:bodyPr/>
        <a:lstStyle/>
        <a:p>
          <a:endParaRPr lang="en-US"/>
        </a:p>
      </dgm:t>
    </dgm:pt>
    <dgm:pt modelId="{60178166-2900-42FD-AF9E-5DE85D3DC7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 weights to handle 30.8:1 imbalance</a:t>
          </a:r>
        </a:p>
      </dgm:t>
    </dgm:pt>
    <dgm:pt modelId="{F08FF519-6556-4EB7-B17A-B6683687EA01}" type="parTrans" cxnId="{F8E129ED-62A8-403C-A568-447CCAC7B42A}">
      <dgm:prSet/>
      <dgm:spPr/>
      <dgm:t>
        <a:bodyPr/>
        <a:lstStyle/>
        <a:p>
          <a:endParaRPr lang="en-US"/>
        </a:p>
      </dgm:t>
    </dgm:pt>
    <dgm:pt modelId="{48CC05A3-F225-45F8-BAF6-683369ABA305}" type="sibTrans" cxnId="{F8E129ED-62A8-403C-A568-447CCAC7B42A}">
      <dgm:prSet/>
      <dgm:spPr/>
      <dgm:t>
        <a:bodyPr/>
        <a:lstStyle/>
        <a:p>
          <a:endParaRPr lang="en-US"/>
        </a:p>
      </dgm:t>
    </dgm:pt>
    <dgm:pt modelId="{A58DD92D-524C-4245-8045-9767227FC7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Model Selection</a:t>
          </a:r>
          <a:endParaRPr lang="en-US"/>
        </a:p>
      </dgm:t>
    </dgm:pt>
    <dgm:pt modelId="{1D3F52E5-10A6-49F8-9A36-4B9B80AFB38F}" type="parTrans" cxnId="{50EA943F-3E70-4046-8F81-C0229D2326AA}">
      <dgm:prSet/>
      <dgm:spPr/>
      <dgm:t>
        <a:bodyPr/>
        <a:lstStyle/>
        <a:p>
          <a:endParaRPr lang="en-US"/>
        </a:p>
      </dgm:t>
    </dgm:pt>
    <dgm:pt modelId="{4513054C-FE51-4F21-ADC6-D8D19B5142F7}" type="sibTrans" cxnId="{50EA943F-3E70-4046-8F81-C0229D2326AA}">
      <dgm:prSet/>
      <dgm:spPr/>
      <dgm:t>
        <a:bodyPr/>
        <a:lstStyle/>
        <a:p>
          <a:endParaRPr lang="en-US"/>
        </a:p>
      </dgm:t>
    </dgm:pt>
    <dgm:pt modelId="{DFBAA205-5A76-4945-8FB8-1FED4E6AC5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LightGBM chosen for memory efficiency &amp; performance</a:t>
          </a:r>
        </a:p>
      </dgm:t>
    </dgm:pt>
    <dgm:pt modelId="{ED19F3B2-6948-4EEE-91E9-BCEA9930B646}" type="parTrans" cxnId="{1B9CBE49-12F3-43DC-87F2-4164805C3267}">
      <dgm:prSet/>
      <dgm:spPr/>
      <dgm:t>
        <a:bodyPr/>
        <a:lstStyle/>
        <a:p>
          <a:endParaRPr lang="en-US"/>
        </a:p>
      </dgm:t>
    </dgm:pt>
    <dgm:pt modelId="{40C04D2C-FF03-45CF-BEED-3AAAA4394E90}" type="sibTrans" cxnId="{1B9CBE49-12F3-43DC-87F2-4164805C3267}">
      <dgm:prSet/>
      <dgm:spPr/>
      <dgm:t>
        <a:bodyPr/>
        <a:lstStyle/>
        <a:p>
          <a:endParaRPr lang="en-US"/>
        </a:p>
      </dgm:t>
    </dgm:pt>
    <dgm:pt modelId="{52369B3C-82E4-4650-8E1F-915CCB02CE43}" type="pres">
      <dgm:prSet presAssocID="{C7FC789B-5E1D-4408-9D18-ACAEDA6FFA5A}" presName="root" presStyleCnt="0">
        <dgm:presLayoutVars>
          <dgm:dir/>
          <dgm:resizeHandles val="exact"/>
        </dgm:presLayoutVars>
      </dgm:prSet>
      <dgm:spPr/>
    </dgm:pt>
    <dgm:pt modelId="{793FBDED-FB55-42FC-B250-6DBD5BACA6D2}" type="pres">
      <dgm:prSet presAssocID="{EBE74A49-58BF-4FE5-99D6-2B092B30BB32}" presName="compNode" presStyleCnt="0"/>
      <dgm:spPr/>
    </dgm:pt>
    <dgm:pt modelId="{FF6D0445-8A94-484A-854D-7302FDAC58D6}" type="pres">
      <dgm:prSet presAssocID="{EBE74A49-58BF-4FE5-99D6-2B092B30BB3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C08727F-700A-4F7C-888C-39E0C0EAD8EB}" type="pres">
      <dgm:prSet presAssocID="{EBE74A49-58BF-4FE5-99D6-2B092B30BB32}" presName="iconSpace" presStyleCnt="0"/>
      <dgm:spPr/>
    </dgm:pt>
    <dgm:pt modelId="{E786EA7D-6A27-4A28-9068-88B4CA444F3B}" type="pres">
      <dgm:prSet presAssocID="{EBE74A49-58BF-4FE5-99D6-2B092B30BB32}" presName="parTx" presStyleLbl="revTx" presStyleIdx="0" presStyleCnt="6">
        <dgm:presLayoutVars>
          <dgm:chMax val="0"/>
          <dgm:chPref val="0"/>
        </dgm:presLayoutVars>
      </dgm:prSet>
      <dgm:spPr/>
    </dgm:pt>
    <dgm:pt modelId="{3F8D3131-2666-4ACB-8FF3-26322451CA58}" type="pres">
      <dgm:prSet presAssocID="{EBE74A49-58BF-4FE5-99D6-2B092B30BB32}" presName="txSpace" presStyleCnt="0"/>
      <dgm:spPr/>
    </dgm:pt>
    <dgm:pt modelId="{CC955F4A-1A00-4675-A392-CD991900CE03}" type="pres">
      <dgm:prSet presAssocID="{EBE74A49-58BF-4FE5-99D6-2B092B30BB32}" presName="desTx" presStyleLbl="revTx" presStyleIdx="1" presStyleCnt="6">
        <dgm:presLayoutVars/>
      </dgm:prSet>
      <dgm:spPr/>
    </dgm:pt>
    <dgm:pt modelId="{D09607E1-7DB9-4734-BBDD-E5D5E0DB65CD}" type="pres">
      <dgm:prSet presAssocID="{2A3C3174-C6DC-4A5A-A560-F2F08080FB52}" presName="sibTrans" presStyleCnt="0"/>
      <dgm:spPr/>
    </dgm:pt>
    <dgm:pt modelId="{847AF2EC-EDFB-40BF-BB58-2C32E31B7B39}" type="pres">
      <dgm:prSet presAssocID="{F0BEC329-829E-4919-A5E9-EB6BEF5D8EB4}" presName="compNode" presStyleCnt="0"/>
      <dgm:spPr/>
    </dgm:pt>
    <dgm:pt modelId="{3F5A844E-4EC0-442C-9B6B-F0B73EF602FA}" type="pres">
      <dgm:prSet presAssocID="{F0BEC329-829E-4919-A5E9-EB6BEF5D8EB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15EC8D5-A928-46B9-953A-DA3BB24A5F00}" type="pres">
      <dgm:prSet presAssocID="{F0BEC329-829E-4919-A5E9-EB6BEF5D8EB4}" presName="iconSpace" presStyleCnt="0"/>
      <dgm:spPr/>
    </dgm:pt>
    <dgm:pt modelId="{D76D0F97-BADE-4372-8A4D-B85BFC8ED23A}" type="pres">
      <dgm:prSet presAssocID="{F0BEC329-829E-4919-A5E9-EB6BEF5D8EB4}" presName="parTx" presStyleLbl="revTx" presStyleIdx="2" presStyleCnt="6">
        <dgm:presLayoutVars>
          <dgm:chMax val="0"/>
          <dgm:chPref val="0"/>
        </dgm:presLayoutVars>
      </dgm:prSet>
      <dgm:spPr/>
    </dgm:pt>
    <dgm:pt modelId="{4C36045D-7BE6-4F04-AD2B-DEDE406957B0}" type="pres">
      <dgm:prSet presAssocID="{F0BEC329-829E-4919-A5E9-EB6BEF5D8EB4}" presName="txSpace" presStyleCnt="0"/>
      <dgm:spPr/>
    </dgm:pt>
    <dgm:pt modelId="{97F6ACCB-0561-487E-85D6-7EA6A626F43C}" type="pres">
      <dgm:prSet presAssocID="{F0BEC329-829E-4919-A5E9-EB6BEF5D8EB4}" presName="desTx" presStyleLbl="revTx" presStyleIdx="3" presStyleCnt="6">
        <dgm:presLayoutVars/>
      </dgm:prSet>
      <dgm:spPr/>
    </dgm:pt>
    <dgm:pt modelId="{222DA357-070A-4024-8411-1EB3385A5F1D}" type="pres">
      <dgm:prSet presAssocID="{84933477-A9C3-4F72-B387-9C29C81D19F1}" presName="sibTrans" presStyleCnt="0"/>
      <dgm:spPr/>
    </dgm:pt>
    <dgm:pt modelId="{89B9C48D-FA30-4283-AB7E-D9E2A2C75D05}" type="pres">
      <dgm:prSet presAssocID="{A58DD92D-524C-4245-8045-9767227FC74A}" presName="compNode" presStyleCnt="0"/>
      <dgm:spPr/>
    </dgm:pt>
    <dgm:pt modelId="{232E83B3-983D-42B3-85AF-74C305D9FA14}" type="pres">
      <dgm:prSet presAssocID="{A58DD92D-524C-4245-8045-9767227FC74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582DAEB-8CBF-4A55-9C6C-5946E519A032}" type="pres">
      <dgm:prSet presAssocID="{A58DD92D-524C-4245-8045-9767227FC74A}" presName="iconSpace" presStyleCnt="0"/>
      <dgm:spPr/>
    </dgm:pt>
    <dgm:pt modelId="{D7CF4A46-580F-4DA6-85EA-D531A879B298}" type="pres">
      <dgm:prSet presAssocID="{A58DD92D-524C-4245-8045-9767227FC74A}" presName="parTx" presStyleLbl="revTx" presStyleIdx="4" presStyleCnt="6">
        <dgm:presLayoutVars>
          <dgm:chMax val="0"/>
          <dgm:chPref val="0"/>
        </dgm:presLayoutVars>
      </dgm:prSet>
      <dgm:spPr/>
    </dgm:pt>
    <dgm:pt modelId="{4567AB59-C213-400F-BE28-FA79AB4D8604}" type="pres">
      <dgm:prSet presAssocID="{A58DD92D-524C-4245-8045-9767227FC74A}" presName="txSpace" presStyleCnt="0"/>
      <dgm:spPr/>
    </dgm:pt>
    <dgm:pt modelId="{3A4C0654-A14C-4DC9-AB3F-5F3C3873E0E0}" type="pres">
      <dgm:prSet presAssocID="{A58DD92D-524C-4245-8045-9767227FC74A}" presName="desTx" presStyleLbl="revTx" presStyleIdx="5" presStyleCnt="6">
        <dgm:presLayoutVars/>
      </dgm:prSet>
      <dgm:spPr/>
    </dgm:pt>
  </dgm:ptLst>
  <dgm:cxnLst>
    <dgm:cxn modelId="{9E731311-2E0F-471C-8678-2AD5269D83FE}" srcId="{F0BEC329-829E-4919-A5E9-EB6BEF5D8EB4}" destId="{367B499C-5228-438A-80F0-B1E715B4FC84}" srcOrd="2" destOrd="0" parTransId="{660E82AD-54EF-4F6E-A591-51B59AB4115E}" sibTransId="{D6674243-A7C6-4BE3-804A-D724F69FB248}"/>
    <dgm:cxn modelId="{7F4E5B30-8E36-42D9-880F-CCFFEF979C1D}" type="presOf" srcId="{54F1856E-5DAF-409A-96E7-D46F58E5E0DB}" destId="{CC955F4A-1A00-4675-A392-CD991900CE03}" srcOrd="0" destOrd="2" presId="urn:microsoft.com/office/officeart/2018/5/layout/CenteredIconLabelDescriptionList"/>
    <dgm:cxn modelId="{830C5B35-253D-485D-A172-2F6DF99DA4DE}" srcId="{C7FC789B-5E1D-4408-9D18-ACAEDA6FFA5A}" destId="{F0BEC329-829E-4919-A5E9-EB6BEF5D8EB4}" srcOrd="1" destOrd="0" parTransId="{E7181FE8-5242-434D-9FCC-AD0D9D82D3B3}" sibTransId="{84933477-A9C3-4F72-B387-9C29C81D19F1}"/>
    <dgm:cxn modelId="{72A1BF35-2DF5-47BD-9D26-9B9EF9D8A484}" type="presOf" srcId="{D492BCAD-A2F5-4411-B0EC-1A539E3A309E}" destId="{CC955F4A-1A00-4675-A392-CD991900CE03}" srcOrd="0" destOrd="0" presId="urn:microsoft.com/office/officeart/2018/5/layout/CenteredIconLabelDescriptionList"/>
    <dgm:cxn modelId="{2F37AD3D-1434-4FC2-BE6D-99FF3F0C36A7}" type="presOf" srcId="{A58DD92D-524C-4245-8045-9767227FC74A}" destId="{D7CF4A46-580F-4DA6-85EA-D531A879B298}" srcOrd="0" destOrd="0" presId="urn:microsoft.com/office/officeart/2018/5/layout/CenteredIconLabelDescriptionList"/>
    <dgm:cxn modelId="{50EA943F-3E70-4046-8F81-C0229D2326AA}" srcId="{C7FC789B-5E1D-4408-9D18-ACAEDA6FFA5A}" destId="{A58DD92D-524C-4245-8045-9767227FC74A}" srcOrd="2" destOrd="0" parTransId="{1D3F52E5-10A6-49F8-9A36-4B9B80AFB38F}" sibTransId="{4513054C-FE51-4F21-ADC6-D8D19B5142F7}"/>
    <dgm:cxn modelId="{D25E0F61-9134-4C99-A977-EDFB174947DC}" type="presOf" srcId="{DFBAA205-5A76-4945-8FB8-1FED4E6AC5A5}" destId="{3A4C0654-A14C-4DC9-AB3F-5F3C3873E0E0}" srcOrd="0" destOrd="0" presId="urn:microsoft.com/office/officeart/2018/5/layout/CenteredIconLabelDescriptionList"/>
    <dgm:cxn modelId="{24BDAC63-6FAB-46E4-96B8-F0FDEBCFB553}" type="presOf" srcId="{7116DEC6-07EC-4FCC-A6F9-ECCFF4504245}" destId="{CC955F4A-1A00-4675-A392-CD991900CE03}" srcOrd="0" destOrd="1" presId="urn:microsoft.com/office/officeart/2018/5/layout/CenteredIconLabelDescriptionList"/>
    <dgm:cxn modelId="{7683E667-DE35-479B-A0CC-2E4E10072D28}" srcId="{EBE74A49-58BF-4FE5-99D6-2B092B30BB32}" destId="{C052CFC8-6745-4F1B-A74F-A9A11EAA0817}" srcOrd="3" destOrd="0" parTransId="{CE2A30B7-1C50-4E41-B241-646092E9023C}" sibTransId="{033DA124-C1F9-4E86-9FE4-43508C038F21}"/>
    <dgm:cxn modelId="{D018CE68-7128-4C6C-A5E4-E8A3FA9E1368}" srcId="{EBE74A49-58BF-4FE5-99D6-2B092B30BB32}" destId="{54F1856E-5DAF-409A-96E7-D46F58E5E0DB}" srcOrd="2" destOrd="0" parTransId="{5CAA7F6B-0064-4B16-AF92-F5382013A0E1}" sibTransId="{ECFE1555-1EE8-456B-8642-F2BA88C50796}"/>
    <dgm:cxn modelId="{1B9CBE49-12F3-43DC-87F2-4164805C3267}" srcId="{A58DD92D-524C-4245-8045-9767227FC74A}" destId="{DFBAA205-5A76-4945-8FB8-1FED4E6AC5A5}" srcOrd="0" destOrd="0" parTransId="{ED19F3B2-6948-4EEE-91E9-BCEA9930B646}" sibTransId="{40C04D2C-FF03-45CF-BEED-3AAAA4394E90}"/>
    <dgm:cxn modelId="{86A0A96A-706C-404D-94A3-66DAF692C72D}" srcId="{C7FC789B-5E1D-4408-9D18-ACAEDA6FFA5A}" destId="{EBE74A49-58BF-4FE5-99D6-2B092B30BB32}" srcOrd="0" destOrd="0" parTransId="{8EFFD873-685F-4E28-B742-B63D8DBCFE09}" sibTransId="{2A3C3174-C6DC-4A5A-A560-F2F08080FB52}"/>
    <dgm:cxn modelId="{D956204D-A095-4404-BB64-FBE16DD20B7C}" type="presOf" srcId="{7D669EEB-E63F-4F39-8ADD-2CFFE5CC1128}" destId="{97F6ACCB-0561-487E-85D6-7EA6A626F43C}" srcOrd="0" destOrd="1" presId="urn:microsoft.com/office/officeart/2018/5/layout/CenteredIconLabelDescriptionList"/>
    <dgm:cxn modelId="{D8E80A73-5D00-4CA9-A932-35251D108D51}" type="presOf" srcId="{F0BEC329-829E-4919-A5E9-EB6BEF5D8EB4}" destId="{D76D0F97-BADE-4372-8A4D-B85BFC8ED23A}" srcOrd="0" destOrd="0" presId="urn:microsoft.com/office/officeart/2018/5/layout/CenteredIconLabelDescriptionList"/>
    <dgm:cxn modelId="{07FC0E55-4D83-459C-B66D-12FA724F0FDF}" type="presOf" srcId="{C7FC789B-5E1D-4408-9D18-ACAEDA6FFA5A}" destId="{52369B3C-82E4-4650-8E1F-915CCB02CE43}" srcOrd="0" destOrd="0" presId="urn:microsoft.com/office/officeart/2018/5/layout/CenteredIconLabelDescriptionList"/>
    <dgm:cxn modelId="{C39BA656-3502-4032-B5C7-EE62A978E8BE}" srcId="{EBE74A49-58BF-4FE5-99D6-2B092B30BB32}" destId="{7116DEC6-07EC-4FCC-A6F9-ECCFF4504245}" srcOrd="1" destOrd="0" parTransId="{1E45AD5A-BD9D-442D-AA76-7263ABAEC5C2}" sibTransId="{A1C8B6AB-2F03-415D-A133-9FAD2F8D4E8C}"/>
    <dgm:cxn modelId="{BE2AAB84-6813-402C-A1A3-FA4489D2C8DE}" type="presOf" srcId="{CEEE74C5-8194-4AE9-89A3-7FE5DB56721F}" destId="{97F6ACCB-0561-487E-85D6-7EA6A626F43C}" srcOrd="0" destOrd="0" presId="urn:microsoft.com/office/officeart/2018/5/layout/CenteredIconLabelDescriptionList"/>
    <dgm:cxn modelId="{009E0997-6A35-483B-AF95-60F385A2F1A1}" type="presOf" srcId="{EBE74A49-58BF-4FE5-99D6-2B092B30BB32}" destId="{E786EA7D-6A27-4A28-9068-88B4CA444F3B}" srcOrd="0" destOrd="0" presId="urn:microsoft.com/office/officeart/2018/5/layout/CenteredIconLabelDescriptionList"/>
    <dgm:cxn modelId="{42A3299D-F75B-4790-8723-76673B074D38}" type="presOf" srcId="{C052CFC8-6745-4F1B-A74F-A9A11EAA0817}" destId="{CC955F4A-1A00-4675-A392-CD991900CE03}" srcOrd="0" destOrd="3" presId="urn:microsoft.com/office/officeart/2018/5/layout/CenteredIconLabelDescriptionList"/>
    <dgm:cxn modelId="{9E6BF3AA-391D-4804-A4BE-90C8AA9B520A}" srcId="{F0BEC329-829E-4919-A5E9-EB6BEF5D8EB4}" destId="{7D669EEB-E63F-4F39-8ADD-2CFFE5CC1128}" srcOrd="1" destOrd="0" parTransId="{A8385ABC-B5DA-4D06-AB48-A4023D19376B}" sibTransId="{B2A31906-F9E1-4E1A-B01D-EA813556BB38}"/>
    <dgm:cxn modelId="{1B2C1BC2-381D-406D-A552-5495A6DED384}" type="presOf" srcId="{367B499C-5228-438A-80F0-B1E715B4FC84}" destId="{97F6ACCB-0561-487E-85D6-7EA6A626F43C}" srcOrd="0" destOrd="2" presId="urn:microsoft.com/office/officeart/2018/5/layout/CenteredIconLabelDescriptionList"/>
    <dgm:cxn modelId="{93FB74E3-503B-4B73-9581-551EAC6DA9CC}" srcId="{F0BEC329-829E-4919-A5E9-EB6BEF5D8EB4}" destId="{CEEE74C5-8194-4AE9-89A3-7FE5DB56721F}" srcOrd="0" destOrd="0" parTransId="{3766E4FE-9D9C-45A0-9FB5-582157B8C1DE}" sibTransId="{844553CC-5233-404C-8D1D-39A6710A6968}"/>
    <dgm:cxn modelId="{E9C815E6-A101-4836-B5FC-9A98936270DF}" srcId="{EBE74A49-58BF-4FE5-99D6-2B092B30BB32}" destId="{D492BCAD-A2F5-4411-B0EC-1A539E3A309E}" srcOrd="0" destOrd="0" parTransId="{663D77F6-E98A-4509-BF04-EAA76EBB525F}" sibTransId="{237EE161-1E06-48C7-A970-ED5F063B304F}"/>
    <dgm:cxn modelId="{F8E129ED-62A8-403C-A568-447CCAC7B42A}" srcId="{F0BEC329-829E-4919-A5E9-EB6BEF5D8EB4}" destId="{60178166-2900-42FD-AF9E-5DE85D3DC720}" srcOrd="3" destOrd="0" parTransId="{F08FF519-6556-4EB7-B17A-B6683687EA01}" sibTransId="{48CC05A3-F225-45F8-BAF6-683369ABA305}"/>
    <dgm:cxn modelId="{F7C1C9EE-F704-4C00-972F-ED576A7BB5E8}" type="presOf" srcId="{60178166-2900-42FD-AF9E-5DE85D3DC720}" destId="{97F6ACCB-0561-487E-85D6-7EA6A626F43C}" srcOrd="0" destOrd="3" presId="urn:microsoft.com/office/officeart/2018/5/layout/CenteredIconLabelDescriptionList"/>
    <dgm:cxn modelId="{7AFC57CF-58A6-4E48-BD00-53EBF37CE3B9}" type="presParOf" srcId="{52369B3C-82E4-4650-8E1F-915CCB02CE43}" destId="{793FBDED-FB55-42FC-B250-6DBD5BACA6D2}" srcOrd="0" destOrd="0" presId="urn:microsoft.com/office/officeart/2018/5/layout/CenteredIconLabelDescriptionList"/>
    <dgm:cxn modelId="{6D6350CD-DB21-4DF9-B44F-F6FDEAFA86D0}" type="presParOf" srcId="{793FBDED-FB55-42FC-B250-6DBD5BACA6D2}" destId="{FF6D0445-8A94-484A-854D-7302FDAC58D6}" srcOrd="0" destOrd="0" presId="urn:microsoft.com/office/officeart/2018/5/layout/CenteredIconLabelDescriptionList"/>
    <dgm:cxn modelId="{DA5FC845-E70A-4FFE-8990-7EAB6A8D454C}" type="presParOf" srcId="{793FBDED-FB55-42FC-B250-6DBD5BACA6D2}" destId="{CC08727F-700A-4F7C-888C-39E0C0EAD8EB}" srcOrd="1" destOrd="0" presId="urn:microsoft.com/office/officeart/2018/5/layout/CenteredIconLabelDescriptionList"/>
    <dgm:cxn modelId="{BBDFC54D-8B78-40E1-B929-E90F96CDB895}" type="presParOf" srcId="{793FBDED-FB55-42FC-B250-6DBD5BACA6D2}" destId="{E786EA7D-6A27-4A28-9068-88B4CA444F3B}" srcOrd="2" destOrd="0" presId="urn:microsoft.com/office/officeart/2018/5/layout/CenteredIconLabelDescriptionList"/>
    <dgm:cxn modelId="{37A1765A-197C-467E-B4A0-B98D211EB147}" type="presParOf" srcId="{793FBDED-FB55-42FC-B250-6DBD5BACA6D2}" destId="{3F8D3131-2666-4ACB-8FF3-26322451CA58}" srcOrd="3" destOrd="0" presId="urn:microsoft.com/office/officeart/2018/5/layout/CenteredIconLabelDescriptionList"/>
    <dgm:cxn modelId="{C0077978-122B-414C-BFAB-9C44EC10806C}" type="presParOf" srcId="{793FBDED-FB55-42FC-B250-6DBD5BACA6D2}" destId="{CC955F4A-1A00-4675-A392-CD991900CE03}" srcOrd="4" destOrd="0" presId="urn:microsoft.com/office/officeart/2018/5/layout/CenteredIconLabelDescriptionList"/>
    <dgm:cxn modelId="{3561C202-130B-46D9-BB6C-F0E1A595D346}" type="presParOf" srcId="{52369B3C-82E4-4650-8E1F-915CCB02CE43}" destId="{D09607E1-7DB9-4734-BBDD-E5D5E0DB65CD}" srcOrd="1" destOrd="0" presId="urn:microsoft.com/office/officeart/2018/5/layout/CenteredIconLabelDescriptionList"/>
    <dgm:cxn modelId="{11B6C862-954A-4F10-BF1C-D6BCB8F69CE3}" type="presParOf" srcId="{52369B3C-82E4-4650-8E1F-915CCB02CE43}" destId="{847AF2EC-EDFB-40BF-BB58-2C32E31B7B39}" srcOrd="2" destOrd="0" presId="urn:microsoft.com/office/officeart/2018/5/layout/CenteredIconLabelDescriptionList"/>
    <dgm:cxn modelId="{2245DFFE-9125-41FB-BDBE-6A748665BB66}" type="presParOf" srcId="{847AF2EC-EDFB-40BF-BB58-2C32E31B7B39}" destId="{3F5A844E-4EC0-442C-9B6B-F0B73EF602FA}" srcOrd="0" destOrd="0" presId="urn:microsoft.com/office/officeart/2018/5/layout/CenteredIconLabelDescriptionList"/>
    <dgm:cxn modelId="{059D8487-6629-46E5-AFD1-53ACF8B222BE}" type="presParOf" srcId="{847AF2EC-EDFB-40BF-BB58-2C32E31B7B39}" destId="{E15EC8D5-A928-46B9-953A-DA3BB24A5F00}" srcOrd="1" destOrd="0" presId="urn:microsoft.com/office/officeart/2018/5/layout/CenteredIconLabelDescriptionList"/>
    <dgm:cxn modelId="{E43B343C-E63E-47ED-B62C-B8F4BE895233}" type="presParOf" srcId="{847AF2EC-EDFB-40BF-BB58-2C32E31B7B39}" destId="{D76D0F97-BADE-4372-8A4D-B85BFC8ED23A}" srcOrd="2" destOrd="0" presId="urn:microsoft.com/office/officeart/2018/5/layout/CenteredIconLabelDescriptionList"/>
    <dgm:cxn modelId="{E1912F4B-2828-41CD-BDE3-CCB7FC4D287D}" type="presParOf" srcId="{847AF2EC-EDFB-40BF-BB58-2C32E31B7B39}" destId="{4C36045D-7BE6-4F04-AD2B-DEDE406957B0}" srcOrd="3" destOrd="0" presId="urn:microsoft.com/office/officeart/2018/5/layout/CenteredIconLabelDescriptionList"/>
    <dgm:cxn modelId="{149A50EE-BB92-4ABC-BCF2-2CFA7E5375D1}" type="presParOf" srcId="{847AF2EC-EDFB-40BF-BB58-2C32E31B7B39}" destId="{97F6ACCB-0561-487E-85D6-7EA6A626F43C}" srcOrd="4" destOrd="0" presId="urn:microsoft.com/office/officeart/2018/5/layout/CenteredIconLabelDescriptionList"/>
    <dgm:cxn modelId="{81CFA88D-B2B7-4834-844A-913EFF1C3523}" type="presParOf" srcId="{52369B3C-82E4-4650-8E1F-915CCB02CE43}" destId="{222DA357-070A-4024-8411-1EB3385A5F1D}" srcOrd="3" destOrd="0" presId="urn:microsoft.com/office/officeart/2018/5/layout/CenteredIconLabelDescriptionList"/>
    <dgm:cxn modelId="{55442895-0DA1-480A-A11E-6490370C3AFD}" type="presParOf" srcId="{52369B3C-82E4-4650-8E1F-915CCB02CE43}" destId="{89B9C48D-FA30-4283-AB7E-D9E2A2C75D05}" srcOrd="4" destOrd="0" presId="urn:microsoft.com/office/officeart/2018/5/layout/CenteredIconLabelDescriptionList"/>
    <dgm:cxn modelId="{A1157A0D-323E-438A-8E64-2611A68CEC7F}" type="presParOf" srcId="{89B9C48D-FA30-4283-AB7E-D9E2A2C75D05}" destId="{232E83B3-983D-42B3-85AF-74C305D9FA14}" srcOrd="0" destOrd="0" presId="urn:microsoft.com/office/officeart/2018/5/layout/CenteredIconLabelDescriptionList"/>
    <dgm:cxn modelId="{B9FF4002-25E9-40A8-9A27-F8CAF63D30A5}" type="presParOf" srcId="{89B9C48D-FA30-4283-AB7E-D9E2A2C75D05}" destId="{0582DAEB-8CBF-4A55-9C6C-5946E519A032}" srcOrd="1" destOrd="0" presId="urn:microsoft.com/office/officeart/2018/5/layout/CenteredIconLabelDescriptionList"/>
    <dgm:cxn modelId="{92B6832D-5238-4F92-90E0-086755210109}" type="presParOf" srcId="{89B9C48D-FA30-4283-AB7E-D9E2A2C75D05}" destId="{D7CF4A46-580F-4DA6-85EA-D531A879B298}" srcOrd="2" destOrd="0" presId="urn:microsoft.com/office/officeart/2018/5/layout/CenteredIconLabelDescriptionList"/>
    <dgm:cxn modelId="{F9D71B7A-79E7-48D4-8A1E-E87BA1C5B385}" type="presParOf" srcId="{89B9C48D-FA30-4283-AB7E-D9E2A2C75D05}" destId="{4567AB59-C213-400F-BE28-FA79AB4D8604}" srcOrd="3" destOrd="0" presId="urn:microsoft.com/office/officeart/2018/5/layout/CenteredIconLabelDescriptionList"/>
    <dgm:cxn modelId="{7DEB550C-A0F9-4039-9C56-66FEC244CBDE}" type="presParOf" srcId="{89B9C48D-FA30-4283-AB7E-D9E2A2C75D05}" destId="{3A4C0654-A14C-4DC9-AB3F-5F3C3873E0E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A24BEA-D24C-4022-9FA9-691E64EE70DC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B62DB7-4761-4772-BE97-FEB1EBD9DF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Most Important Features</a:t>
          </a:r>
          <a:endParaRPr lang="en-US"/>
        </a:p>
      </dgm:t>
    </dgm:pt>
    <dgm:pt modelId="{9F2F2C9B-F940-4B0C-A1AF-FAA16779C6D2}" type="parTrans" cxnId="{578AC299-65B8-4238-AC49-73B14B2F9E95}">
      <dgm:prSet/>
      <dgm:spPr/>
      <dgm:t>
        <a:bodyPr/>
        <a:lstStyle/>
        <a:p>
          <a:endParaRPr lang="en-US"/>
        </a:p>
      </dgm:t>
    </dgm:pt>
    <dgm:pt modelId="{10B2D2E4-AC5E-4CB6-9178-9999FD33166A}" type="sibTrans" cxnId="{578AC299-65B8-4238-AC49-73B14B2F9E95}">
      <dgm:prSet/>
      <dgm:spPr/>
      <dgm:t>
        <a:bodyPr/>
        <a:lstStyle/>
        <a:p>
          <a:endParaRPr lang="en-US"/>
        </a:p>
      </dgm:t>
    </dgm:pt>
    <dgm:pt modelId="{B0FA596A-9BB3-403D-9943-0266BBF494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Education level (3.51% impact)</a:t>
          </a:r>
        </a:p>
      </dgm:t>
    </dgm:pt>
    <dgm:pt modelId="{835D21F8-6753-4C45-81CD-9947558CC251}" type="parTrans" cxnId="{99D67BEE-76E6-40C5-BF8A-6A712D9FAB64}">
      <dgm:prSet/>
      <dgm:spPr/>
      <dgm:t>
        <a:bodyPr/>
        <a:lstStyle/>
        <a:p>
          <a:endParaRPr lang="en-US"/>
        </a:p>
      </dgm:t>
    </dgm:pt>
    <dgm:pt modelId="{53ECFF20-1385-44C7-916D-717A6BF3E724}" type="sibTrans" cxnId="{99D67BEE-76E6-40C5-BF8A-6A712D9FAB64}">
      <dgm:prSet/>
      <dgm:spPr/>
      <dgm:t>
        <a:bodyPr/>
        <a:lstStyle/>
        <a:p>
          <a:endParaRPr lang="en-US"/>
        </a:p>
      </dgm:t>
    </dgm:pt>
    <dgm:pt modelId="{46C1B8A2-0B03-42CF-9E2F-B362403520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Application week/seasonality (3.51%)</a:t>
          </a:r>
        </a:p>
      </dgm:t>
    </dgm:pt>
    <dgm:pt modelId="{B492C0EE-99EC-4263-BE21-6A2EA13DB461}" type="parTrans" cxnId="{D0843242-C3B9-4038-A787-D0907CB6149A}">
      <dgm:prSet/>
      <dgm:spPr/>
      <dgm:t>
        <a:bodyPr/>
        <a:lstStyle/>
        <a:p>
          <a:endParaRPr lang="en-US"/>
        </a:p>
      </dgm:t>
    </dgm:pt>
    <dgm:pt modelId="{85DEED9B-0ABE-42C8-8313-9F668FAB7F3F}" type="sibTrans" cxnId="{D0843242-C3B9-4038-A787-D0907CB6149A}">
      <dgm:prSet/>
      <dgm:spPr/>
      <dgm:t>
        <a:bodyPr/>
        <a:lstStyle/>
        <a:p>
          <a:endParaRPr lang="en-US"/>
        </a:p>
      </dgm:t>
    </dgm:pt>
    <dgm:pt modelId="{FEE469D4-760D-41EE-8D6D-54544F8CD4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Mobile phone count (2.90%)</a:t>
          </a:r>
        </a:p>
      </dgm:t>
    </dgm:pt>
    <dgm:pt modelId="{7FF2005B-AEE5-4027-AABA-88128ABEE68D}" type="parTrans" cxnId="{04ACF0B0-9A28-4875-AC32-08D7CFAC2628}">
      <dgm:prSet/>
      <dgm:spPr/>
      <dgm:t>
        <a:bodyPr/>
        <a:lstStyle/>
        <a:p>
          <a:endParaRPr lang="en-US"/>
        </a:p>
      </dgm:t>
    </dgm:pt>
    <dgm:pt modelId="{3F3C8FA1-FDAF-40E8-8D39-F0C1D860D038}" type="sibTrans" cxnId="{04ACF0B0-9A28-4875-AC32-08D7CFAC2628}">
      <dgm:prSet/>
      <dgm:spPr/>
      <dgm:t>
        <a:bodyPr/>
        <a:lstStyle/>
        <a:p>
          <a:endParaRPr lang="en-US"/>
        </a:p>
      </dgm:t>
    </dgm:pt>
    <dgm:pt modelId="{A1DB0FA1-A668-4645-A981-A7FAC5FC33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Payment late history (2.58%)</a:t>
          </a:r>
        </a:p>
      </dgm:t>
    </dgm:pt>
    <dgm:pt modelId="{F9D26835-0D5A-4206-B112-0E8F61913BA3}" type="parTrans" cxnId="{594AD622-91CF-4ACA-94CF-19AD2CE6F5C3}">
      <dgm:prSet/>
      <dgm:spPr/>
      <dgm:t>
        <a:bodyPr/>
        <a:lstStyle/>
        <a:p>
          <a:endParaRPr lang="en-US"/>
        </a:p>
      </dgm:t>
    </dgm:pt>
    <dgm:pt modelId="{B1C7842A-A0C6-4800-89A7-1404A0555187}" type="sibTrans" cxnId="{594AD622-91CF-4ACA-94CF-19AD2CE6F5C3}">
      <dgm:prSet/>
      <dgm:spPr/>
      <dgm:t>
        <a:bodyPr/>
        <a:lstStyle/>
        <a:p>
          <a:endParaRPr lang="en-US"/>
        </a:p>
      </dgm:t>
    </dgm:pt>
    <dgm:pt modelId="{453E21CF-CB54-4190-9367-752356C5C9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5. Home phone count (2.44%)</a:t>
          </a:r>
        </a:p>
      </dgm:t>
    </dgm:pt>
    <dgm:pt modelId="{697FFEB6-783B-4D7C-9B73-CE9D7EC7113B}" type="parTrans" cxnId="{00246982-8964-4B39-BE6E-A23EB1298D44}">
      <dgm:prSet/>
      <dgm:spPr/>
      <dgm:t>
        <a:bodyPr/>
        <a:lstStyle/>
        <a:p>
          <a:endParaRPr lang="en-US"/>
        </a:p>
      </dgm:t>
    </dgm:pt>
    <dgm:pt modelId="{FFC79570-92B9-421A-AD57-426E70B15903}" type="sibTrans" cxnId="{00246982-8964-4B39-BE6E-A23EB1298D44}">
      <dgm:prSet/>
      <dgm:spPr/>
      <dgm:t>
        <a:bodyPr/>
        <a:lstStyle/>
        <a:p>
          <a:endParaRPr lang="en-US"/>
        </a:p>
      </dgm:t>
    </dgm:pt>
    <dgm:pt modelId="{70102546-E78A-424F-A81E-7AFF511EF5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Business Insight</a:t>
          </a:r>
          <a:endParaRPr lang="en-US"/>
        </a:p>
      </dgm:t>
    </dgm:pt>
    <dgm:pt modelId="{A6DA4DC7-5108-4FAB-B090-C7B291D78B67}" type="parTrans" cxnId="{367D1FCB-0BA3-476C-A83E-CACB6E1CD9F2}">
      <dgm:prSet/>
      <dgm:spPr/>
      <dgm:t>
        <a:bodyPr/>
        <a:lstStyle/>
        <a:p>
          <a:endParaRPr lang="en-US"/>
        </a:p>
      </dgm:t>
    </dgm:pt>
    <dgm:pt modelId="{6527B26D-31A2-4FFE-92C1-50A5C87A064D}" type="sibTrans" cxnId="{367D1FCB-0BA3-476C-A83E-CACB6E1CD9F2}">
      <dgm:prSet/>
      <dgm:spPr/>
      <dgm:t>
        <a:bodyPr/>
        <a:lstStyle/>
        <a:p>
          <a:endParaRPr lang="en-US"/>
        </a:p>
      </dgm:t>
    </dgm:pt>
    <dgm:pt modelId="{36B83F44-D510-4C87-96C0-EA5B062860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Top 20 features explain 39.2% of predictions</a:t>
          </a:r>
        </a:p>
      </dgm:t>
    </dgm:pt>
    <dgm:pt modelId="{B57305FA-34CE-495E-B4BB-57DDBC570CD5}" type="parTrans" cxnId="{7B29FCF7-FE8F-42F6-A75C-1764CCF8436C}">
      <dgm:prSet/>
      <dgm:spPr/>
      <dgm:t>
        <a:bodyPr/>
        <a:lstStyle/>
        <a:p>
          <a:endParaRPr lang="en-US"/>
        </a:p>
      </dgm:t>
    </dgm:pt>
    <dgm:pt modelId="{AC89B1B5-EC18-4069-AF4B-6E44DB72BCAD}" type="sibTrans" cxnId="{7B29FCF7-FE8F-42F6-A75C-1764CCF8436C}">
      <dgm:prSet/>
      <dgm:spPr/>
      <dgm:t>
        <a:bodyPr/>
        <a:lstStyle/>
        <a:p>
          <a:endParaRPr lang="en-US"/>
        </a:p>
      </dgm:t>
    </dgm:pt>
    <dgm:pt modelId="{A6563EB3-9594-4797-A0DA-CCB268474B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Why This Matters</a:t>
          </a:r>
          <a:endParaRPr lang="en-US"/>
        </a:p>
      </dgm:t>
    </dgm:pt>
    <dgm:pt modelId="{124C3619-6A26-4943-AE0F-AE2A9F38F63F}" type="parTrans" cxnId="{4DFCF622-EACA-45BC-9C19-D3DF5C72D26B}">
      <dgm:prSet/>
      <dgm:spPr/>
      <dgm:t>
        <a:bodyPr/>
        <a:lstStyle/>
        <a:p>
          <a:endParaRPr lang="en-US"/>
        </a:p>
      </dgm:t>
    </dgm:pt>
    <dgm:pt modelId="{76D36C2F-B04B-4A26-BBC8-DAA24FB4A450}" type="sibTrans" cxnId="{4DFCF622-EACA-45BC-9C19-D3DF5C72D26B}">
      <dgm:prSet/>
      <dgm:spPr/>
      <dgm:t>
        <a:bodyPr/>
        <a:lstStyle/>
        <a:p>
          <a:endParaRPr lang="en-US"/>
        </a:p>
      </dgm:t>
    </dgm:pt>
    <dgm:pt modelId="{B82427C5-C770-4EBE-8BBB-FBC9C42FE3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Loan officers can explain decisions</a:t>
          </a:r>
        </a:p>
      </dgm:t>
    </dgm:pt>
    <dgm:pt modelId="{271DEFFF-D34F-4E80-9BCF-E98607398454}" type="parTrans" cxnId="{241DFC0D-FA1A-4652-845D-480CB6739CED}">
      <dgm:prSet/>
      <dgm:spPr/>
      <dgm:t>
        <a:bodyPr/>
        <a:lstStyle/>
        <a:p>
          <a:endParaRPr lang="en-US"/>
        </a:p>
      </dgm:t>
    </dgm:pt>
    <dgm:pt modelId="{78DB7555-6472-42DF-A8E1-898E92B352D0}" type="sibTrans" cxnId="{241DFC0D-FA1A-4652-845D-480CB6739CED}">
      <dgm:prSet/>
      <dgm:spPr/>
      <dgm:t>
        <a:bodyPr/>
        <a:lstStyle/>
        <a:p>
          <a:endParaRPr lang="en-US"/>
        </a:p>
      </dgm:t>
    </dgm:pt>
    <dgm:pt modelId="{9B3F65AB-CA74-4DE4-8B5B-2AAF6AB9A9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Applicants understand risk factors</a:t>
          </a:r>
        </a:p>
      </dgm:t>
    </dgm:pt>
    <dgm:pt modelId="{182BB991-8B3C-4310-836D-D217AF68B9FC}" type="parTrans" cxnId="{B2A7B117-0208-4A5A-84AC-57F1B697C89A}">
      <dgm:prSet/>
      <dgm:spPr/>
      <dgm:t>
        <a:bodyPr/>
        <a:lstStyle/>
        <a:p>
          <a:endParaRPr lang="en-US"/>
        </a:p>
      </dgm:t>
    </dgm:pt>
    <dgm:pt modelId="{B7EE4AF0-7B47-4286-9818-CFD49E301421}" type="sibTrans" cxnId="{B2A7B117-0208-4A5A-84AC-57F1B697C89A}">
      <dgm:prSet/>
      <dgm:spPr/>
      <dgm:t>
        <a:bodyPr/>
        <a:lstStyle/>
        <a:p>
          <a:endParaRPr lang="en-US"/>
        </a:p>
      </dgm:t>
    </dgm:pt>
    <dgm:pt modelId="{0721C3A5-4F29-4BAB-AF52-AF45323F60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Regulatory compliance with audit trail</a:t>
          </a:r>
        </a:p>
      </dgm:t>
    </dgm:pt>
    <dgm:pt modelId="{EDCB63BA-2442-41D4-B7EF-0FF58BF1CF8B}" type="parTrans" cxnId="{541B5936-AE31-4EFA-B08C-7F56CA7CB62D}">
      <dgm:prSet/>
      <dgm:spPr/>
      <dgm:t>
        <a:bodyPr/>
        <a:lstStyle/>
        <a:p>
          <a:endParaRPr lang="en-US"/>
        </a:p>
      </dgm:t>
    </dgm:pt>
    <dgm:pt modelId="{B75FEC6F-527C-4AA7-B75A-45C653E130B7}" type="sibTrans" cxnId="{541B5936-AE31-4EFA-B08C-7F56CA7CB62D}">
      <dgm:prSet/>
      <dgm:spPr/>
      <dgm:t>
        <a:bodyPr/>
        <a:lstStyle/>
        <a:p>
          <a:endParaRPr lang="en-US"/>
        </a:p>
      </dgm:t>
    </dgm:pt>
    <dgm:pt modelId="{8C6FB86A-9228-49D3-AFAF-A4892B80DFE2}" type="pres">
      <dgm:prSet presAssocID="{67A24BEA-D24C-4022-9FA9-691E64EE70DC}" presName="root" presStyleCnt="0">
        <dgm:presLayoutVars>
          <dgm:dir/>
          <dgm:resizeHandles val="exact"/>
        </dgm:presLayoutVars>
      </dgm:prSet>
      <dgm:spPr/>
    </dgm:pt>
    <dgm:pt modelId="{9E930504-80C8-4213-A0B9-203B34CE51C5}" type="pres">
      <dgm:prSet presAssocID="{D4B62DB7-4761-4772-BE97-FEB1EBD9DF23}" presName="compNode" presStyleCnt="0"/>
      <dgm:spPr/>
    </dgm:pt>
    <dgm:pt modelId="{68E814F9-0C9B-4A96-84FC-7C645E34B002}" type="pres">
      <dgm:prSet presAssocID="{D4B62DB7-4761-4772-BE97-FEB1EBD9DF2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nowflake"/>
        </a:ext>
      </dgm:extLst>
    </dgm:pt>
    <dgm:pt modelId="{2E7A7654-77CB-4CF6-A38B-1BCE68CC538A}" type="pres">
      <dgm:prSet presAssocID="{D4B62DB7-4761-4772-BE97-FEB1EBD9DF23}" presName="iconSpace" presStyleCnt="0"/>
      <dgm:spPr/>
    </dgm:pt>
    <dgm:pt modelId="{A88CA524-5519-48DC-BF94-38519596D5C1}" type="pres">
      <dgm:prSet presAssocID="{D4B62DB7-4761-4772-BE97-FEB1EBD9DF23}" presName="parTx" presStyleLbl="revTx" presStyleIdx="0" presStyleCnt="6">
        <dgm:presLayoutVars>
          <dgm:chMax val="0"/>
          <dgm:chPref val="0"/>
        </dgm:presLayoutVars>
      </dgm:prSet>
      <dgm:spPr/>
    </dgm:pt>
    <dgm:pt modelId="{2E1153C1-725D-4EE4-B50D-EA4804E49A4A}" type="pres">
      <dgm:prSet presAssocID="{D4B62DB7-4761-4772-BE97-FEB1EBD9DF23}" presName="txSpace" presStyleCnt="0"/>
      <dgm:spPr/>
    </dgm:pt>
    <dgm:pt modelId="{0B42095A-8558-4860-B76F-F87ED18C2D5B}" type="pres">
      <dgm:prSet presAssocID="{D4B62DB7-4761-4772-BE97-FEB1EBD9DF23}" presName="desTx" presStyleLbl="revTx" presStyleIdx="1" presStyleCnt="6">
        <dgm:presLayoutVars/>
      </dgm:prSet>
      <dgm:spPr/>
    </dgm:pt>
    <dgm:pt modelId="{76F6B370-3BCE-45B2-B29E-8F1A19BDA219}" type="pres">
      <dgm:prSet presAssocID="{10B2D2E4-AC5E-4CB6-9178-9999FD33166A}" presName="sibTrans" presStyleCnt="0"/>
      <dgm:spPr/>
    </dgm:pt>
    <dgm:pt modelId="{D5F20E14-0D73-4F84-B075-2901EC3C9E15}" type="pres">
      <dgm:prSet presAssocID="{70102546-E78A-424F-A81E-7AFF511EF538}" presName="compNode" presStyleCnt="0"/>
      <dgm:spPr/>
    </dgm:pt>
    <dgm:pt modelId="{AB8E60AD-BEFB-4654-B4C8-06725194DA51}" type="pres">
      <dgm:prSet presAssocID="{70102546-E78A-424F-A81E-7AFF511EF53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DABDD96C-96E3-4B9E-934E-10AA2330B5A3}" type="pres">
      <dgm:prSet presAssocID="{70102546-E78A-424F-A81E-7AFF511EF538}" presName="iconSpace" presStyleCnt="0"/>
      <dgm:spPr/>
    </dgm:pt>
    <dgm:pt modelId="{7AB5CCD1-86B6-47CF-82B0-94D313AD1ED6}" type="pres">
      <dgm:prSet presAssocID="{70102546-E78A-424F-A81E-7AFF511EF538}" presName="parTx" presStyleLbl="revTx" presStyleIdx="2" presStyleCnt="6">
        <dgm:presLayoutVars>
          <dgm:chMax val="0"/>
          <dgm:chPref val="0"/>
        </dgm:presLayoutVars>
      </dgm:prSet>
      <dgm:spPr/>
    </dgm:pt>
    <dgm:pt modelId="{CA13AC54-7D59-46D3-B30C-4968D9DC3D0A}" type="pres">
      <dgm:prSet presAssocID="{70102546-E78A-424F-A81E-7AFF511EF538}" presName="txSpace" presStyleCnt="0"/>
      <dgm:spPr/>
    </dgm:pt>
    <dgm:pt modelId="{45E0456C-1ABF-43DB-AC84-7F189DC1444E}" type="pres">
      <dgm:prSet presAssocID="{70102546-E78A-424F-A81E-7AFF511EF538}" presName="desTx" presStyleLbl="revTx" presStyleIdx="3" presStyleCnt="6">
        <dgm:presLayoutVars/>
      </dgm:prSet>
      <dgm:spPr/>
    </dgm:pt>
    <dgm:pt modelId="{29F53A33-89CE-4A1C-B453-43EB853A2FD2}" type="pres">
      <dgm:prSet presAssocID="{6527B26D-31A2-4FFE-92C1-50A5C87A064D}" presName="sibTrans" presStyleCnt="0"/>
      <dgm:spPr/>
    </dgm:pt>
    <dgm:pt modelId="{965EFA6C-0A5F-448A-97A1-C31F97B0901A}" type="pres">
      <dgm:prSet presAssocID="{A6563EB3-9594-4797-A0DA-CCB268474B67}" presName="compNode" presStyleCnt="0"/>
      <dgm:spPr/>
    </dgm:pt>
    <dgm:pt modelId="{558C0900-72D9-4B5F-BF3A-3A6763013B98}" type="pres">
      <dgm:prSet presAssocID="{A6563EB3-9594-4797-A0DA-CCB268474B6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C20CED4-324E-4655-9CC2-0E799314BB3C}" type="pres">
      <dgm:prSet presAssocID="{A6563EB3-9594-4797-A0DA-CCB268474B67}" presName="iconSpace" presStyleCnt="0"/>
      <dgm:spPr/>
    </dgm:pt>
    <dgm:pt modelId="{05D612E0-9628-46BC-92AA-4D0A9242F158}" type="pres">
      <dgm:prSet presAssocID="{A6563EB3-9594-4797-A0DA-CCB268474B67}" presName="parTx" presStyleLbl="revTx" presStyleIdx="4" presStyleCnt="6">
        <dgm:presLayoutVars>
          <dgm:chMax val="0"/>
          <dgm:chPref val="0"/>
        </dgm:presLayoutVars>
      </dgm:prSet>
      <dgm:spPr/>
    </dgm:pt>
    <dgm:pt modelId="{23ADD89B-A56C-4649-B3A4-C56C46395390}" type="pres">
      <dgm:prSet presAssocID="{A6563EB3-9594-4797-A0DA-CCB268474B67}" presName="txSpace" presStyleCnt="0"/>
      <dgm:spPr/>
    </dgm:pt>
    <dgm:pt modelId="{349E7C5A-06F6-4B67-9F8E-2349B8EAEE8B}" type="pres">
      <dgm:prSet presAssocID="{A6563EB3-9594-4797-A0DA-CCB268474B67}" presName="desTx" presStyleLbl="revTx" presStyleIdx="5" presStyleCnt="6">
        <dgm:presLayoutVars/>
      </dgm:prSet>
      <dgm:spPr/>
    </dgm:pt>
  </dgm:ptLst>
  <dgm:cxnLst>
    <dgm:cxn modelId="{C7E58A08-BA8A-494C-82A3-DC9227DAED58}" type="presOf" srcId="{0721C3A5-4F29-4BAB-AF52-AF45323F6079}" destId="{349E7C5A-06F6-4B67-9F8E-2349B8EAEE8B}" srcOrd="0" destOrd="2" presId="urn:microsoft.com/office/officeart/2018/5/layout/CenteredIconLabelDescriptionList"/>
    <dgm:cxn modelId="{241DFC0D-FA1A-4652-845D-480CB6739CED}" srcId="{A6563EB3-9594-4797-A0DA-CCB268474B67}" destId="{B82427C5-C770-4EBE-8BBB-FBC9C42FE3AD}" srcOrd="0" destOrd="0" parTransId="{271DEFFF-D34F-4E80-9BCF-E98607398454}" sibTransId="{78DB7555-6472-42DF-A8E1-898E92B352D0}"/>
    <dgm:cxn modelId="{B2A7B117-0208-4A5A-84AC-57F1B697C89A}" srcId="{A6563EB3-9594-4797-A0DA-CCB268474B67}" destId="{9B3F65AB-CA74-4DE4-8B5B-2AAF6AB9A9FB}" srcOrd="1" destOrd="0" parTransId="{182BB991-8B3C-4310-836D-D217AF68B9FC}" sibTransId="{B7EE4AF0-7B47-4286-9818-CFD49E301421}"/>
    <dgm:cxn modelId="{31B9F020-F691-452E-A8E1-8895B93B4DA9}" type="presOf" srcId="{B82427C5-C770-4EBE-8BBB-FBC9C42FE3AD}" destId="{349E7C5A-06F6-4B67-9F8E-2349B8EAEE8B}" srcOrd="0" destOrd="0" presId="urn:microsoft.com/office/officeart/2018/5/layout/CenteredIconLabelDescriptionList"/>
    <dgm:cxn modelId="{594AD622-91CF-4ACA-94CF-19AD2CE6F5C3}" srcId="{D4B62DB7-4761-4772-BE97-FEB1EBD9DF23}" destId="{A1DB0FA1-A668-4645-A981-A7FAC5FC3346}" srcOrd="3" destOrd="0" parTransId="{F9D26835-0D5A-4206-B112-0E8F61913BA3}" sibTransId="{B1C7842A-A0C6-4800-89A7-1404A0555187}"/>
    <dgm:cxn modelId="{4DFCF622-EACA-45BC-9C19-D3DF5C72D26B}" srcId="{67A24BEA-D24C-4022-9FA9-691E64EE70DC}" destId="{A6563EB3-9594-4797-A0DA-CCB268474B67}" srcOrd="2" destOrd="0" parTransId="{124C3619-6A26-4943-AE0F-AE2A9F38F63F}" sibTransId="{76D36C2F-B04B-4A26-BBC8-DAA24FB4A450}"/>
    <dgm:cxn modelId="{541B5936-AE31-4EFA-B08C-7F56CA7CB62D}" srcId="{A6563EB3-9594-4797-A0DA-CCB268474B67}" destId="{0721C3A5-4F29-4BAB-AF52-AF45323F6079}" srcOrd="2" destOrd="0" parTransId="{EDCB63BA-2442-41D4-B7EF-0FF58BF1CF8B}" sibTransId="{B75FEC6F-527C-4AA7-B75A-45C653E130B7}"/>
    <dgm:cxn modelId="{192B6D3A-3EDE-4D0C-9E0B-4F7EB6AF4B94}" type="presOf" srcId="{B0FA596A-9BB3-403D-9943-0266BBF494E3}" destId="{0B42095A-8558-4860-B76F-F87ED18C2D5B}" srcOrd="0" destOrd="0" presId="urn:microsoft.com/office/officeart/2018/5/layout/CenteredIconLabelDescriptionList"/>
    <dgm:cxn modelId="{70323460-FC90-4D35-8FB3-7D92F07E0544}" type="presOf" srcId="{D4B62DB7-4761-4772-BE97-FEB1EBD9DF23}" destId="{A88CA524-5519-48DC-BF94-38519596D5C1}" srcOrd="0" destOrd="0" presId="urn:microsoft.com/office/officeart/2018/5/layout/CenteredIconLabelDescriptionList"/>
    <dgm:cxn modelId="{D0843242-C3B9-4038-A787-D0907CB6149A}" srcId="{D4B62DB7-4761-4772-BE97-FEB1EBD9DF23}" destId="{46C1B8A2-0B03-42CF-9E2F-B36240352075}" srcOrd="1" destOrd="0" parTransId="{B492C0EE-99EC-4263-BE21-6A2EA13DB461}" sibTransId="{85DEED9B-0ABE-42C8-8313-9F668FAB7F3F}"/>
    <dgm:cxn modelId="{F8E3ED4D-B3BE-4CDF-8620-B9FA0FA3AF90}" type="presOf" srcId="{453E21CF-CB54-4190-9367-752356C5C984}" destId="{0B42095A-8558-4860-B76F-F87ED18C2D5B}" srcOrd="0" destOrd="4" presId="urn:microsoft.com/office/officeart/2018/5/layout/CenteredIconLabelDescriptionList"/>
    <dgm:cxn modelId="{7164676E-794C-4004-92CC-EB6EDC212C1D}" type="presOf" srcId="{A6563EB3-9594-4797-A0DA-CCB268474B67}" destId="{05D612E0-9628-46BC-92AA-4D0A9242F158}" srcOrd="0" destOrd="0" presId="urn:microsoft.com/office/officeart/2018/5/layout/CenteredIconLabelDescriptionList"/>
    <dgm:cxn modelId="{FD48B26F-E691-4F7F-BE0C-0DA87B2F4364}" type="presOf" srcId="{A1DB0FA1-A668-4645-A981-A7FAC5FC3346}" destId="{0B42095A-8558-4860-B76F-F87ED18C2D5B}" srcOrd="0" destOrd="3" presId="urn:microsoft.com/office/officeart/2018/5/layout/CenteredIconLabelDescriptionList"/>
    <dgm:cxn modelId="{24BD9E74-B6A3-4CEB-9B76-B216F4032608}" type="presOf" srcId="{70102546-E78A-424F-A81E-7AFF511EF538}" destId="{7AB5CCD1-86B6-47CF-82B0-94D313AD1ED6}" srcOrd="0" destOrd="0" presId="urn:microsoft.com/office/officeart/2018/5/layout/CenteredIconLabelDescriptionList"/>
    <dgm:cxn modelId="{5646347F-5618-4EF6-814B-1AE279E26BAB}" type="presOf" srcId="{9B3F65AB-CA74-4DE4-8B5B-2AAF6AB9A9FB}" destId="{349E7C5A-06F6-4B67-9F8E-2349B8EAEE8B}" srcOrd="0" destOrd="1" presId="urn:microsoft.com/office/officeart/2018/5/layout/CenteredIconLabelDescriptionList"/>
    <dgm:cxn modelId="{B065A980-757F-42FA-AB84-EFD8057C44E5}" type="presOf" srcId="{67A24BEA-D24C-4022-9FA9-691E64EE70DC}" destId="{8C6FB86A-9228-49D3-AFAF-A4892B80DFE2}" srcOrd="0" destOrd="0" presId="urn:microsoft.com/office/officeart/2018/5/layout/CenteredIconLabelDescriptionList"/>
    <dgm:cxn modelId="{00246982-8964-4B39-BE6E-A23EB1298D44}" srcId="{D4B62DB7-4761-4772-BE97-FEB1EBD9DF23}" destId="{453E21CF-CB54-4190-9367-752356C5C984}" srcOrd="4" destOrd="0" parTransId="{697FFEB6-783B-4D7C-9B73-CE9D7EC7113B}" sibTransId="{FFC79570-92B9-421A-AD57-426E70B15903}"/>
    <dgm:cxn modelId="{07B20D83-A093-4B99-BC7F-E2F4E83FAB5F}" type="presOf" srcId="{36B83F44-D510-4C87-96C0-EA5B0628601B}" destId="{45E0456C-1ABF-43DB-AC84-7F189DC1444E}" srcOrd="0" destOrd="0" presId="urn:microsoft.com/office/officeart/2018/5/layout/CenteredIconLabelDescriptionList"/>
    <dgm:cxn modelId="{C23F7195-F7DC-4439-8A07-4D41E2BD9D9F}" type="presOf" srcId="{46C1B8A2-0B03-42CF-9E2F-B36240352075}" destId="{0B42095A-8558-4860-B76F-F87ED18C2D5B}" srcOrd="0" destOrd="1" presId="urn:microsoft.com/office/officeart/2018/5/layout/CenteredIconLabelDescriptionList"/>
    <dgm:cxn modelId="{578AC299-65B8-4238-AC49-73B14B2F9E95}" srcId="{67A24BEA-D24C-4022-9FA9-691E64EE70DC}" destId="{D4B62DB7-4761-4772-BE97-FEB1EBD9DF23}" srcOrd="0" destOrd="0" parTransId="{9F2F2C9B-F940-4B0C-A1AF-FAA16779C6D2}" sibTransId="{10B2D2E4-AC5E-4CB6-9178-9999FD33166A}"/>
    <dgm:cxn modelId="{04ACF0B0-9A28-4875-AC32-08D7CFAC2628}" srcId="{D4B62DB7-4761-4772-BE97-FEB1EBD9DF23}" destId="{FEE469D4-760D-41EE-8D6D-54544F8CD423}" srcOrd="2" destOrd="0" parTransId="{7FF2005B-AEE5-4027-AABA-88128ABEE68D}" sibTransId="{3F3C8FA1-FDAF-40E8-8D39-F0C1D860D038}"/>
    <dgm:cxn modelId="{367D1FCB-0BA3-476C-A83E-CACB6E1CD9F2}" srcId="{67A24BEA-D24C-4022-9FA9-691E64EE70DC}" destId="{70102546-E78A-424F-A81E-7AFF511EF538}" srcOrd="1" destOrd="0" parTransId="{A6DA4DC7-5108-4FAB-B090-C7B291D78B67}" sibTransId="{6527B26D-31A2-4FFE-92C1-50A5C87A064D}"/>
    <dgm:cxn modelId="{99D67BEE-76E6-40C5-BF8A-6A712D9FAB64}" srcId="{D4B62DB7-4761-4772-BE97-FEB1EBD9DF23}" destId="{B0FA596A-9BB3-403D-9943-0266BBF494E3}" srcOrd="0" destOrd="0" parTransId="{835D21F8-6753-4C45-81CD-9947558CC251}" sibTransId="{53ECFF20-1385-44C7-916D-717A6BF3E724}"/>
    <dgm:cxn modelId="{A6EE13F5-3E89-4F09-ADCA-DF1D0B7EC64A}" type="presOf" srcId="{FEE469D4-760D-41EE-8D6D-54544F8CD423}" destId="{0B42095A-8558-4860-B76F-F87ED18C2D5B}" srcOrd="0" destOrd="2" presId="urn:microsoft.com/office/officeart/2018/5/layout/CenteredIconLabelDescriptionList"/>
    <dgm:cxn modelId="{7B29FCF7-FE8F-42F6-A75C-1764CCF8436C}" srcId="{70102546-E78A-424F-A81E-7AFF511EF538}" destId="{36B83F44-D510-4C87-96C0-EA5B0628601B}" srcOrd="0" destOrd="0" parTransId="{B57305FA-34CE-495E-B4BB-57DDBC570CD5}" sibTransId="{AC89B1B5-EC18-4069-AF4B-6E44DB72BCAD}"/>
    <dgm:cxn modelId="{75E72F92-0EAA-47F8-A0CD-C42F20735206}" type="presParOf" srcId="{8C6FB86A-9228-49D3-AFAF-A4892B80DFE2}" destId="{9E930504-80C8-4213-A0B9-203B34CE51C5}" srcOrd="0" destOrd="0" presId="urn:microsoft.com/office/officeart/2018/5/layout/CenteredIconLabelDescriptionList"/>
    <dgm:cxn modelId="{E8F453F1-E7D5-484A-819E-639788025C9C}" type="presParOf" srcId="{9E930504-80C8-4213-A0B9-203B34CE51C5}" destId="{68E814F9-0C9B-4A96-84FC-7C645E34B002}" srcOrd="0" destOrd="0" presId="urn:microsoft.com/office/officeart/2018/5/layout/CenteredIconLabelDescriptionList"/>
    <dgm:cxn modelId="{6379EDED-1A18-4190-916A-0FF7CAA11F5D}" type="presParOf" srcId="{9E930504-80C8-4213-A0B9-203B34CE51C5}" destId="{2E7A7654-77CB-4CF6-A38B-1BCE68CC538A}" srcOrd="1" destOrd="0" presId="urn:microsoft.com/office/officeart/2018/5/layout/CenteredIconLabelDescriptionList"/>
    <dgm:cxn modelId="{A37C5699-6ED8-44CE-AE58-B0E3D02C127B}" type="presParOf" srcId="{9E930504-80C8-4213-A0B9-203B34CE51C5}" destId="{A88CA524-5519-48DC-BF94-38519596D5C1}" srcOrd="2" destOrd="0" presId="urn:microsoft.com/office/officeart/2018/5/layout/CenteredIconLabelDescriptionList"/>
    <dgm:cxn modelId="{F3043A10-6A20-4C48-BD8F-C0A3489EC498}" type="presParOf" srcId="{9E930504-80C8-4213-A0B9-203B34CE51C5}" destId="{2E1153C1-725D-4EE4-B50D-EA4804E49A4A}" srcOrd="3" destOrd="0" presId="urn:microsoft.com/office/officeart/2018/5/layout/CenteredIconLabelDescriptionList"/>
    <dgm:cxn modelId="{FA18BA7A-BF81-425D-827B-DF7D14450470}" type="presParOf" srcId="{9E930504-80C8-4213-A0B9-203B34CE51C5}" destId="{0B42095A-8558-4860-B76F-F87ED18C2D5B}" srcOrd="4" destOrd="0" presId="urn:microsoft.com/office/officeart/2018/5/layout/CenteredIconLabelDescriptionList"/>
    <dgm:cxn modelId="{4629E384-8460-40F1-9E74-700C93AAE90F}" type="presParOf" srcId="{8C6FB86A-9228-49D3-AFAF-A4892B80DFE2}" destId="{76F6B370-3BCE-45B2-B29E-8F1A19BDA219}" srcOrd="1" destOrd="0" presId="urn:microsoft.com/office/officeart/2018/5/layout/CenteredIconLabelDescriptionList"/>
    <dgm:cxn modelId="{368CA502-F53B-483F-8311-22CA8293C563}" type="presParOf" srcId="{8C6FB86A-9228-49D3-AFAF-A4892B80DFE2}" destId="{D5F20E14-0D73-4F84-B075-2901EC3C9E15}" srcOrd="2" destOrd="0" presId="urn:microsoft.com/office/officeart/2018/5/layout/CenteredIconLabelDescriptionList"/>
    <dgm:cxn modelId="{595BFB45-2D59-4D4F-9596-6AF7109BA8BD}" type="presParOf" srcId="{D5F20E14-0D73-4F84-B075-2901EC3C9E15}" destId="{AB8E60AD-BEFB-4654-B4C8-06725194DA51}" srcOrd="0" destOrd="0" presId="urn:microsoft.com/office/officeart/2018/5/layout/CenteredIconLabelDescriptionList"/>
    <dgm:cxn modelId="{99DFC7E2-D440-4E32-9977-4AF361E26522}" type="presParOf" srcId="{D5F20E14-0D73-4F84-B075-2901EC3C9E15}" destId="{DABDD96C-96E3-4B9E-934E-10AA2330B5A3}" srcOrd="1" destOrd="0" presId="urn:microsoft.com/office/officeart/2018/5/layout/CenteredIconLabelDescriptionList"/>
    <dgm:cxn modelId="{F9B00DE5-1211-47C1-8CA1-39E0B29FDBF4}" type="presParOf" srcId="{D5F20E14-0D73-4F84-B075-2901EC3C9E15}" destId="{7AB5CCD1-86B6-47CF-82B0-94D313AD1ED6}" srcOrd="2" destOrd="0" presId="urn:microsoft.com/office/officeart/2018/5/layout/CenteredIconLabelDescriptionList"/>
    <dgm:cxn modelId="{3D4925A1-27E6-4724-9DFA-3EBC99391531}" type="presParOf" srcId="{D5F20E14-0D73-4F84-B075-2901EC3C9E15}" destId="{CA13AC54-7D59-46D3-B30C-4968D9DC3D0A}" srcOrd="3" destOrd="0" presId="urn:microsoft.com/office/officeart/2018/5/layout/CenteredIconLabelDescriptionList"/>
    <dgm:cxn modelId="{CCAB5C12-BA12-4240-ACA6-D6B6A934C689}" type="presParOf" srcId="{D5F20E14-0D73-4F84-B075-2901EC3C9E15}" destId="{45E0456C-1ABF-43DB-AC84-7F189DC1444E}" srcOrd="4" destOrd="0" presId="urn:microsoft.com/office/officeart/2018/5/layout/CenteredIconLabelDescriptionList"/>
    <dgm:cxn modelId="{0F6EE474-E048-4630-A1DA-8A9F2BD79C4F}" type="presParOf" srcId="{8C6FB86A-9228-49D3-AFAF-A4892B80DFE2}" destId="{29F53A33-89CE-4A1C-B453-43EB853A2FD2}" srcOrd="3" destOrd="0" presId="urn:microsoft.com/office/officeart/2018/5/layout/CenteredIconLabelDescriptionList"/>
    <dgm:cxn modelId="{7BF9A8CC-0BF6-46E7-9B05-F7DD36E5F74F}" type="presParOf" srcId="{8C6FB86A-9228-49D3-AFAF-A4892B80DFE2}" destId="{965EFA6C-0A5F-448A-97A1-C31F97B0901A}" srcOrd="4" destOrd="0" presId="urn:microsoft.com/office/officeart/2018/5/layout/CenteredIconLabelDescriptionList"/>
    <dgm:cxn modelId="{796E6705-A5D7-4855-A3C9-B7ADA2AE9F3E}" type="presParOf" srcId="{965EFA6C-0A5F-448A-97A1-C31F97B0901A}" destId="{558C0900-72D9-4B5F-BF3A-3A6763013B98}" srcOrd="0" destOrd="0" presId="urn:microsoft.com/office/officeart/2018/5/layout/CenteredIconLabelDescriptionList"/>
    <dgm:cxn modelId="{F6A2FAF3-230E-4224-B1A1-3127A170DEB0}" type="presParOf" srcId="{965EFA6C-0A5F-448A-97A1-C31F97B0901A}" destId="{DC20CED4-324E-4655-9CC2-0E799314BB3C}" srcOrd="1" destOrd="0" presId="urn:microsoft.com/office/officeart/2018/5/layout/CenteredIconLabelDescriptionList"/>
    <dgm:cxn modelId="{058CBBE1-01C8-4F52-9748-47C53306F13F}" type="presParOf" srcId="{965EFA6C-0A5F-448A-97A1-C31F97B0901A}" destId="{05D612E0-9628-46BC-92AA-4D0A9242F158}" srcOrd="2" destOrd="0" presId="urn:microsoft.com/office/officeart/2018/5/layout/CenteredIconLabelDescriptionList"/>
    <dgm:cxn modelId="{85FB9A51-25E8-4392-B36B-7103187ACBC1}" type="presParOf" srcId="{965EFA6C-0A5F-448A-97A1-C31F97B0901A}" destId="{23ADD89B-A56C-4649-B3A4-C56C46395390}" srcOrd="3" destOrd="0" presId="urn:microsoft.com/office/officeart/2018/5/layout/CenteredIconLabelDescriptionList"/>
    <dgm:cxn modelId="{6E992DD3-8BC4-4F3D-BDE7-F421B0197133}" type="presParOf" srcId="{965EFA6C-0A5F-448A-97A1-C31F97B0901A}" destId="{349E7C5A-06F6-4B67-9F8E-2349B8EAEE8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CD76D2-19CA-4C78-AF56-17A8DDC01E2D}">
      <dsp:nvSpPr>
        <dsp:cNvPr id="0" name=""/>
        <dsp:cNvSpPr/>
      </dsp:nvSpPr>
      <dsp:spPr>
        <a:xfrm>
          <a:off x="768469" y="0"/>
          <a:ext cx="823117" cy="823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4A3CD-F166-4D60-9D6C-757CD53D5C50}">
      <dsp:nvSpPr>
        <dsp:cNvPr id="0" name=""/>
        <dsp:cNvSpPr/>
      </dsp:nvSpPr>
      <dsp:spPr>
        <a:xfrm>
          <a:off x="4145" y="1010276"/>
          <a:ext cx="2351763" cy="3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/>
            <a:t>Project Overview</a:t>
          </a:r>
          <a:endParaRPr lang="en-US" sz="2500" kern="1200"/>
        </a:p>
      </dsp:txBody>
      <dsp:txXfrm>
        <a:off x="4145" y="1010276"/>
        <a:ext cx="2351763" cy="352764"/>
      </dsp:txXfrm>
    </dsp:sp>
    <dsp:sp modelId="{D43F8BEB-0C83-4E32-8350-2C18E31695AD}">
      <dsp:nvSpPr>
        <dsp:cNvPr id="0" name=""/>
        <dsp:cNvSpPr/>
      </dsp:nvSpPr>
      <dsp:spPr>
        <a:xfrm>
          <a:off x="4145" y="1450092"/>
          <a:ext cx="2351763" cy="2902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Predict loan default probability for improved lending decisions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Dataset: 1.5M applications, 32 tables, 1,139 features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Challenge: 30.8:1 class imbalance (3.14% default rate)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Solution: LightGBM with SHAP explainability</a:t>
          </a:r>
        </a:p>
      </dsp:txBody>
      <dsp:txXfrm>
        <a:off x="4145" y="1450092"/>
        <a:ext cx="2351763" cy="2902451"/>
      </dsp:txXfrm>
    </dsp:sp>
    <dsp:sp modelId="{67DD8653-40DA-4508-8E96-9EFAA7AED2AD}">
      <dsp:nvSpPr>
        <dsp:cNvPr id="0" name=""/>
        <dsp:cNvSpPr/>
      </dsp:nvSpPr>
      <dsp:spPr>
        <a:xfrm>
          <a:off x="3531791" y="0"/>
          <a:ext cx="823117" cy="823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649B0-A82B-4FA6-95D4-78DE5E80014C}">
      <dsp:nvSpPr>
        <dsp:cNvPr id="0" name=""/>
        <dsp:cNvSpPr/>
      </dsp:nvSpPr>
      <dsp:spPr>
        <a:xfrm>
          <a:off x="2767468" y="1010276"/>
          <a:ext cx="2351763" cy="3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/>
            <a:t>Key Achievement</a:t>
          </a:r>
          <a:endParaRPr lang="en-US" sz="2500" kern="1200"/>
        </a:p>
      </dsp:txBody>
      <dsp:txXfrm>
        <a:off x="2767468" y="1010276"/>
        <a:ext cx="2351763" cy="352764"/>
      </dsp:txXfrm>
    </dsp:sp>
    <dsp:sp modelId="{5CB9BD26-A9A4-47D0-97B9-944930EE0750}">
      <dsp:nvSpPr>
        <dsp:cNvPr id="0" name=""/>
        <dsp:cNvSpPr/>
      </dsp:nvSpPr>
      <dsp:spPr>
        <a:xfrm>
          <a:off x="2767468" y="1450092"/>
          <a:ext cx="2351763" cy="2902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AUC-ROC: 0.8030 (Target ≥0.75) - EXCEEDED by 7%</a:t>
          </a:r>
        </a:p>
      </dsp:txBody>
      <dsp:txXfrm>
        <a:off x="2767468" y="1450092"/>
        <a:ext cx="2351763" cy="2902451"/>
      </dsp:txXfrm>
    </dsp:sp>
    <dsp:sp modelId="{778DCF5A-BC8C-4BE0-A2A9-DC42603285CA}">
      <dsp:nvSpPr>
        <dsp:cNvPr id="0" name=""/>
        <dsp:cNvSpPr/>
      </dsp:nvSpPr>
      <dsp:spPr>
        <a:xfrm>
          <a:off x="6295113" y="0"/>
          <a:ext cx="823117" cy="823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6A9F0-C0FC-4E4A-A630-472316E1D53F}">
      <dsp:nvSpPr>
        <dsp:cNvPr id="0" name=""/>
        <dsp:cNvSpPr/>
      </dsp:nvSpPr>
      <dsp:spPr>
        <a:xfrm>
          <a:off x="5530790" y="1010276"/>
          <a:ext cx="2351763" cy="3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/>
            <a:t>Business Impact</a:t>
          </a:r>
          <a:endParaRPr lang="en-US" sz="2500" kern="1200"/>
        </a:p>
      </dsp:txBody>
      <dsp:txXfrm>
        <a:off x="5530790" y="1010276"/>
        <a:ext cx="2351763" cy="352764"/>
      </dsp:txXfrm>
    </dsp:sp>
    <dsp:sp modelId="{31D4EE5B-4216-4BAE-97D5-6774C31855D1}">
      <dsp:nvSpPr>
        <dsp:cNvPr id="0" name=""/>
        <dsp:cNvSpPr/>
      </dsp:nvSpPr>
      <dsp:spPr>
        <a:xfrm>
          <a:off x="5530790" y="1450092"/>
          <a:ext cx="2351763" cy="2902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 default rate by 15-20%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 financial inclusion for 26M credit-invisible people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 transparent, explainable AI decisions</a:t>
          </a:r>
        </a:p>
      </dsp:txBody>
      <dsp:txXfrm>
        <a:off x="5530790" y="1450092"/>
        <a:ext cx="2351763" cy="29024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5B16FC-7E1C-40E6-914B-5D8756E96B1C}">
      <dsp:nvSpPr>
        <dsp:cNvPr id="0" name=""/>
        <dsp:cNvSpPr/>
      </dsp:nvSpPr>
      <dsp:spPr>
        <a:xfrm>
          <a:off x="0" y="31059"/>
          <a:ext cx="8195871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Credit Dilemma</a:t>
          </a:r>
          <a:endParaRPr lang="en-US" sz="2300" kern="1200"/>
        </a:p>
      </dsp:txBody>
      <dsp:txXfrm>
        <a:off x="26930" y="57989"/>
        <a:ext cx="8142011" cy="497795"/>
      </dsp:txXfrm>
    </dsp:sp>
    <dsp:sp modelId="{F7E0D8C1-6B10-45D3-9B1D-319D9321ED87}">
      <dsp:nvSpPr>
        <dsp:cNvPr id="0" name=""/>
        <dsp:cNvSpPr/>
      </dsp:nvSpPr>
      <dsp:spPr>
        <a:xfrm>
          <a:off x="0" y="582714"/>
          <a:ext cx="8195871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21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Too Conservative → Reject creditworthy → Lost revenue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Too Lenient → Approve high-risk → Financial losses</a:t>
          </a:r>
        </a:p>
      </dsp:txBody>
      <dsp:txXfrm>
        <a:off x="0" y="582714"/>
        <a:ext cx="8195871" cy="618930"/>
      </dsp:txXfrm>
    </dsp:sp>
    <dsp:sp modelId="{8905FD1A-93E9-452B-A1B4-4C190044D15D}">
      <dsp:nvSpPr>
        <dsp:cNvPr id="0" name=""/>
        <dsp:cNvSpPr/>
      </dsp:nvSpPr>
      <dsp:spPr>
        <a:xfrm>
          <a:off x="0" y="1201644"/>
          <a:ext cx="8195871" cy="55165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Financial Invisibility Crisis</a:t>
          </a:r>
          <a:endParaRPr lang="en-US" sz="2300" kern="1200"/>
        </a:p>
      </dsp:txBody>
      <dsp:txXfrm>
        <a:off x="26930" y="1228574"/>
        <a:ext cx="8142011" cy="497795"/>
      </dsp:txXfrm>
    </dsp:sp>
    <dsp:sp modelId="{EC3F5664-4E91-430E-82A3-DE870077827D}">
      <dsp:nvSpPr>
        <dsp:cNvPr id="0" name=""/>
        <dsp:cNvSpPr/>
      </dsp:nvSpPr>
      <dsp:spPr>
        <a:xfrm>
          <a:off x="0" y="1753299"/>
          <a:ext cx="8195871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21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26 million Americans lack credit history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Automatically rejected despite responsible behavior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Traditional scores exclude underserved populations</a:t>
          </a:r>
        </a:p>
      </dsp:txBody>
      <dsp:txXfrm>
        <a:off x="0" y="1753299"/>
        <a:ext cx="8195871" cy="928395"/>
      </dsp:txXfrm>
    </dsp:sp>
    <dsp:sp modelId="{E55A1C9B-7038-4B02-B291-B11D144091F9}">
      <dsp:nvSpPr>
        <dsp:cNvPr id="0" name=""/>
        <dsp:cNvSpPr/>
      </dsp:nvSpPr>
      <dsp:spPr>
        <a:xfrm>
          <a:off x="0" y="2681695"/>
          <a:ext cx="8195871" cy="55165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Project Goals</a:t>
          </a:r>
          <a:endParaRPr lang="en-US" sz="2300" kern="1200"/>
        </a:p>
      </dsp:txBody>
      <dsp:txXfrm>
        <a:off x="26930" y="2708625"/>
        <a:ext cx="8142011" cy="497795"/>
      </dsp:txXfrm>
    </dsp:sp>
    <dsp:sp modelId="{1321852F-7FCA-4732-B1F2-61C0B6149562}">
      <dsp:nvSpPr>
        <dsp:cNvPr id="0" name=""/>
        <dsp:cNvSpPr/>
      </dsp:nvSpPr>
      <dsp:spPr>
        <a:xfrm>
          <a:off x="0" y="3233350"/>
          <a:ext cx="8195871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21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Predict default risk with AUC-ROC ≥ 0.75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Enable financial inclusion through alternative data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Provide explainable decisions for compliance</a:t>
          </a:r>
        </a:p>
      </dsp:txBody>
      <dsp:txXfrm>
        <a:off x="0" y="3233350"/>
        <a:ext cx="8195871" cy="9283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15765-60F8-4275-9466-0C978F0F43A6}">
      <dsp:nvSpPr>
        <dsp:cNvPr id="0" name=""/>
        <dsp:cNvSpPr/>
      </dsp:nvSpPr>
      <dsp:spPr>
        <a:xfrm>
          <a:off x="295" y="932733"/>
          <a:ext cx="823921" cy="823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93B8B-7FE7-4A95-8F18-A13AC114F595}">
      <dsp:nvSpPr>
        <dsp:cNvPr id="0" name=""/>
        <dsp:cNvSpPr/>
      </dsp:nvSpPr>
      <dsp:spPr>
        <a:xfrm>
          <a:off x="295" y="1863547"/>
          <a:ext cx="2354062" cy="353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/>
            <a:t>Data Processing</a:t>
          </a:r>
          <a:endParaRPr lang="en-US" sz="1500" kern="1200"/>
        </a:p>
      </dsp:txBody>
      <dsp:txXfrm>
        <a:off x="295" y="1863547"/>
        <a:ext cx="2354062" cy="353109"/>
      </dsp:txXfrm>
    </dsp:sp>
    <dsp:sp modelId="{B93713AA-306D-40B2-AAA7-F4FAF597B883}">
      <dsp:nvSpPr>
        <dsp:cNvPr id="0" name=""/>
        <dsp:cNvSpPr/>
      </dsp:nvSpPr>
      <dsp:spPr>
        <a:xfrm>
          <a:off x="295" y="2266374"/>
          <a:ext cx="2354062" cy="1152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1-2: Collect &amp; merge 32 tables (1.5M records)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3: Handle 384M missing values (26.4% of data)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4: Engineer 727 features with scaling</a:t>
          </a:r>
        </a:p>
      </dsp:txBody>
      <dsp:txXfrm>
        <a:off x="295" y="2266374"/>
        <a:ext cx="2354062" cy="1152230"/>
      </dsp:txXfrm>
    </dsp:sp>
    <dsp:sp modelId="{9D5DEA92-10CC-4BDD-9158-AFEF55E41AF6}">
      <dsp:nvSpPr>
        <dsp:cNvPr id="0" name=""/>
        <dsp:cNvSpPr/>
      </dsp:nvSpPr>
      <dsp:spPr>
        <a:xfrm>
          <a:off x="2766318" y="932733"/>
          <a:ext cx="823921" cy="823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12ABF-DFE0-47C0-BBFB-0CAE64380900}">
      <dsp:nvSpPr>
        <dsp:cNvPr id="0" name=""/>
        <dsp:cNvSpPr/>
      </dsp:nvSpPr>
      <dsp:spPr>
        <a:xfrm>
          <a:off x="2766318" y="1863547"/>
          <a:ext cx="2354062" cy="353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/>
            <a:t>Model Development</a:t>
          </a:r>
          <a:endParaRPr lang="en-US" sz="1500" kern="1200"/>
        </a:p>
      </dsp:txBody>
      <dsp:txXfrm>
        <a:off x="2766318" y="1863547"/>
        <a:ext cx="2354062" cy="353109"/>
      </dsp:txXfrm>
    </dsp:sp>
    <dsp:sp modelId="{0776AD42-524F-46B7-B647-B46BAC354A9E}">
      <dsp:nvSpPr>
        <dsp:cNvPr id="0" name=""/>
        <dsp:cNvSpPr/>
      </dsp:nvSpPr>
      <dsp:spPr>
        <a:xfrm>
          <a:off x="2766318" y="2266374"/>
          <a:ext cx="2354062" cy="1152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5: Train LightGBM + Logistic Regression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6: Evaluate with AUC-ROC, precision, recall</a:t>
          </a:r>
        </a:p>
      </dsp:txBody>
      <dsp:txXfrm>
        <a:off x="2766318" y="2266374"/>
        <a:ext cx="2354062" cy="1152230"/>
      </dsp:txXfrm>
    </dsp:sp>
    <dsp:sp modelId="{F5E8EA26-B72C-4E68-82A3-DD895859E633}">
      <dsp:nvSpPr>
        <dsp:cNvPr id="0" name=""/>
        <dsp:cNvSpPr/>
      </dsp:nvSpPr>
      <dsp:spPr>
        <a:xfrm>
          <a:off x="5532342" y="932733"/>
          <a:ext cx="823921" cy="823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6B865-73F6-4EA8-A626-F2AC06E5195D}">
      <dsp:nvSpPr>
        <dsp:cNvPr id="0" name=""/>
        <dsp:cNvSpPr/>
      </dsp:nvSpPr>
      <dsp:spPr>
        <a:xfrm>
          <a:off x="5532342" y="1863547"/>
          <a:ext cx="2354062" cy="353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/>
            <a:t>Explainability &amp; Optimization</a:t>
          </a:r>
          <a:endParaRPr lang="en-US" sz="1500" kern="1200"/>
        </a:p>
      </dsp:txBody>
      <dsp:txXfrm>
        <a:off x="5532342" y="1863547"/>
        <a:ext cx="2354062" cy="353109"/>
      </dsp:txXfrm>
    </dsp:sp>
    <dsp:sp modelId="{758D1E91-D667-43EF-AF01-1A98639D9AF9}">
      <dsp:nvSpPr>
        <dsp:cNvPr id="0" name=""/>
        <dsp:cNvSpPr/>
      </dsp:nvSpPr>
      <dsp:spPr>
        <a:xfrm>
          <a:off x="5532342" y="2266374"/>
          <a:ext cx="2354062" cy="1152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7: SHAP analysis for interpretability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8: Generate comprehensive visualizations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9: Optimize threshold for business outcomes</a:t>
          </a:r>
        </a:p>
      </dsp:txBody>
      <dsp:txXfrm>
        <a:off x="5532342" y="2266374"/>
        <a:ext cx="2354062" cy="11522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D0445-8A94-484A-854D-7302FDAC58D6}">
      <dsp:nvSpPr>
        <dsp:cNvPr id="0" name=""/>
        <dsp:cNvSpPr/>
      </dsp:nvSpPr>
      <dsp:spPr>
        <a:xfrm>
          <a:off x="768469" y="7789"/>
          <a:ext cx="823117" cy="7597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6EA7D-6A27-4A28-9068-88B4CA444F3B}">
      <dsp:nvSpPr>
        <dsp:cNvPr id="0" name=""/>
        <dsp:cNvSpPr/>
      </dsp:nvSpPr>
      <dsp:spPr>
        <a:xfrm>
          <a:off x="4145" y="940293"/>
          <a:ext cx="2351763" cy="32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kern="1200"/>
            <a:t>Data Engineering</a:t>
          </a:r>
          <a:endParaRPr lang="en-US" sz="2100" kern="1200"/>
        </a:p>
      </dsp:txBody>
      <dsp:txXfrm>
        <a:off x="4145" y="940293"/>
        <a:ext cx="2351763" cy="325625"/>
      </dsp:txXfrm>
    </dsp:sp>
    <dsp:sp modelId="{CC955F4A-1A00-4675-A392-CD991900CE03}">
      <dsp:nvSpPr>
        <dsp:cNvPr id="0" name=""/>
        <dsp:cNvSpPr/>
      </dsp:nvSpPr>
      <dsp:spPr>
        <a:xfrm>
          <a:off x="4145" y="1346250"/>
          <a:ext cx="2351763" cy="2997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Static table merging (1:1 joins on case_id)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Dynamic table aggregation (mean, median, std, min, max)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Strategic imputation (median for numerical, mode for categorical)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Memory optimization (Parquet format, 76% reduction)</a:t>
          </a:r>
        </a:p>
      </dsp:txBody>
      <dsp:txXfrm>
        <a:off x="4145" y="1346250"/>
        <a:ext cx="2351763" cy="2997298"/>
      </dsp:txXfrm>
    </dsp:sp>
    <dsp:sp modelId="{3F5A844E-4EC0-442C-9B6B-F0B73EF602FA}">
      <dsp:nvSpPr>
        <dsp:cNvPr id="0" name=""/>
        <dsp:cNvSpPr/>
      </dsp:nvSpPr>
      <dsp:spPr>
        <a:xfrm>
          <a:off x="3531791" y="7789"/>
          <a:ext cx="823117" cy="7597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D0F97-BADE-4372-8A4D-B85BFC8ED23A}">
      <dsp:nvSpPr>
        <dsp:cNvPr id="0" name=""/>
        <dsp:cNvSpPr/>
      </dsp:nvSpPr>
      <dsp:spPr>
        <a:xfrm>
          <a:off x="2767468" y="940293"/>
          <a:ext cx="2351763" cy="32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kern="1200"/>
            <a:t>Machine Learning</a:t>
          </a:r>
          <a:endParaRPr lang="en-US" sz="2100" kern="1200"/>
        </a:p>
      </dsp:txBody>
      <dsp:txXfrm>
        <a:off x="2767468" y="940293"/>
        <a:ext cx="2351763" cy="325625"/>
      </dsp:txXfrm>
    </dsp:sp>
    <dsp:sp modelId="{97F6ACCB-0561-487E-85D6-7EA6A626F43C}">
      <dsp:nvSpPr>
        <dsp:cNvPr id="0" name=""/>
        <dsp:cNvSpPr/>
      </dsp:nvSpPr>
      <dsp:spPr>
        <a:xfrm>
          <a:off x="2767468" y="1346250"/>
          <a:ext cx="2351763" cy="2997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Stratified train-test split (85/15) preserving class balance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One-hot encoding for categorical features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StandardScaler for numerical features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Class weights to handle 30.8:1 imbalance</a:t>
          </a:r>
        </a:p>
      </dsp:txBody>
      <dsp:txXfrm>
        <a:off x="2767468" y="1346250"/>
        <a:ext cx="2351763" cy="2997298"/>
      </dsp:txXfrm>
    </dsp:sp>
    <dsp:sp modelId="{232E83B3-983D-42B3-85AF-74C305D9FA14}">
      <dsp:nvSpPr>
        <dsp:cNvPr id="0" name=""/>
        <dsp:cNvSpPr/>
      </dsp:nvSpPr>
      <dsp:spPr>
        <a:xfrm>
          <a:off x="6295113" y="7789"/>
          <a:ext cx="823117" cy="7597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F4A46-580F-4DA6-85EA-D531A879B298}">
      <dsp:nvSpPr>
        <dsp:cNvPr id="0" name=""/>
        <dsp:cNvSpPr/>
      </dsp:nvSpPr>
      <dsp:spPr>
        <a:xfrm>
          <a:off x="5530790" y="940293"/>
          <a:ext cx="2351763" cy="32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kern="1200"/>
            <a:t>Model Selection</a:t>
          </a:r>
          <a:endParaRPr lang="en-US" sz="2100" kern="1200"/>
        </a:p>
      </dsp:txBody>
      <dsp:txXfrm>
        <a:off x="5530790" y="940293"/>
        <a:ext cx="2351763" cy="325625"/>
      </dsp:txXfrm>
    </dsp:sp>
    <dsp:sp modelId="{3A4C0654-A14C-4DC9-AB3F-5F3C3873E0E0}">
      <dsp:nvSpPr>
        <dsp:cNvPr id="0" name=""/>
        <dsp:cNvSpPr/>
      </dsp:nvSpPr>
      <dsp:spPr>
        <a:xfrm>
          <a:off x="5530790" y="1346250"/>
          <a:ext cx="2351763" cy="2997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LightGBM chosen for memory efficiency &amp; performance</a:t>
          </a:r>
        </a:p>
      </dsp:txBody>
      <dsp:txXfrm>
        <a:off x="5530790" y="1346250"/>
        <a:ext cx="2351763" cy="29972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814F9-0C9B-4A96-84FC-7C645E34B002}">
      <dsp:nvSpPr>
        <dsp:cNvPr id="0" name=""/>
        <dsp:cNvSpPr/>
      </dsp:nvSpPr>
      <dsp:spPr>
        <a:xfrm>
          <a:off x="800128" y="744419"/>
          <a:ext cx="859359" cy="859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CA524-5519-48DC-BF94-38519596D5C1}">
      <dsp:nvSpPr>
        <dsp:cNvPr id="0" name=""/>
        <dsp:cNvSpPr/>
      </dsp:nvSpPr>
      <dsp:spPr>
        <a:xfrm>
          <a:off x="2151" y="1734374"/>
          <a:ext cx="2455312" cy="36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/>
            <a:t>Most Important Features</a:t>
          </a:r>
          <a:endParaRPr lang="en-US" sz="1800" kern="1200"/>
        </a:p>
      </dsp:txBody>
      <dsp:txXfrm>
        <a:off x="2151" y="1734374"/>
        <a:ext cx="2455312" cy="368296"/>
      </dsp:txXfrm>
    </dsp:sp>
    <dsp:sp modelId="{0B42095A-8558-4860-B76F-F87ED18C2D5B}">
      <dsp:nvSpPr>
        <dsp:cNvPr id="0" name=""/>
        <dsp:cNvSpPr/>
      </dsp:nvSpPr>
      <dsp:spPr>
        <a:xfrm>
          <a:off x="2151" y="2163414"/>
          <a:ext cx="2455312" cy="1618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1. Education level (3.51% impact)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2. Application week/seasonality (3.51%)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3. Mobile phone count (2.90%)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Payment late history (2.58%)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5. Home phone count (2.44%)</a:t>
          </a:r>
        </a:p>
      </dsp:txBody>
      <dsp:txXfrm>
        <a:off x="2151" y="2163414"/>
        <a:ext cx="2455312" cy="1618129"/>
      </dsp:txXfrm>
    </dsp:sp>
    <dsp:sp modelId="{AB8E60AD-BEFB-4654-B4C8-06725194DA51}">
      <dsp:nvSpPr>
        <dsp:cNvPr id="0" name=""/>
        <dsp:cNvSpPr/>
      </dsp:nvSpPr>
      <dsp:spPr>
        <a:xfrm>
          <a:off x="3685120" y="744419"/>
          <a:ext cx="859359" cy="859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5CCD1-86B6-47CF-82B0-94D313AD1ED6}">
      <dsp:nvSpPr>
        <dsp:cNvPr id="0" name=""/>
        <dsp:cNvSpPr/>
      </dsp:nvSpPr>
      <dsp:spPr>
        <a:xfrm>
          <a:off x="2887143" y="1734374"/>
          <a:ext cx="2455312" cy="36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/>
            <a:t>Business Insight</a:t>
          </a:r>
          <a:endParaRPr lang="en-US" sz="1800" kern="1200"/>
        </a:p>
      </dsp:txBody>
      <dsp:txXfrm>
        <a:off x="2887143" y="1734374"/>
        <a:ext cx="2455312" cy="368296"/>
      </dsp:txXfrm>
    </dsp:sp>
    <dsp:sp modelId="{45E0456C-1ABF-43DB-AC84-7F189DC1444E}">
      <dsp:nvSpPr>
        <dsp:cNvPr id="0" name=""/>
        <dsp:cNvSpPr/>
      </dsp:nvSpPr>
      <dsp:spPr>
        <a:xfrm>
          <a:off x="2887143" y="2163414"/>
          <a:ext cx="2455312" cy="1618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Top 20 features explain 39.2% of predictions</a:t>
          </a:r>
        </a:p>
      </dsp:txBody>
      <dsp:txXfrm>
        <a:off x="2887143" y="2163414"/>
        <a:ext cx="2455312" cy="1618129"/>
      </dsp:txXfrm>
    </dsp:sp>
    <dsp:sp modelId="{558C0900-72D9-4B5F-BF3A-3A6763013B98}">
      <dsp:nvSpPr>
        <dsp:cNvPr id="0" name=""/>
        <dsp:cNvSpPr/>
      </dsp:nvSpPr>
      <dsp:spPr>
        <a:xfrm>
          <a:off x="6570112" y="744419"/>
          <a:ext cx="859359" cy="859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612E0-9628-46BC-92AA-4D0A9242F158}">
      <dsp:nvSpPr>
        <dsp:cNvPr id="0" name=""/>
        <dsp:cNvSpPr/>
      </dsp:nvSpPr>
      <dsp:spPr>
        <a:xfrm>
          <a:off x="5772135" y="1734374"/>
          <a:ext cx="2455312" cy="36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/>
            <a:t>Why This Matters</a:t>
          </a:r>
          <a:endParaRPr lang="en-US" sz="1800" kern="1200"/>
        </a:p>
      </dsp:txBody>
      <dsp:txXfrm>
        <a:off x="5772135" y="1734374"/>
        <a:ext cx="2455312" cy="368296"/>
      </dsp:txXfrm>
    </dsp:sp>
    <dsp:sp modelId="{349E7C5A-06F6-4B67-9F8E-2349B8EAEE8B}">
      <dsp:nvSpPr>
        <dsp:cNvPr id="0" name=""/>
        <dsp:cNvSpPr/>
      </dsp:nvSpPr>
      <dsp:spPr>
        <a:xfrm>
          <a:off x="5772135" y="2163414"/>
          <a:ext cx="2455312" cy="1618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Loan officers can explain decisions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Applicants understand risk factors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Regulatory compliance with audit trail</a:t>
          </a:r>
        </a:p>
      </dsp:txBody>
      <dsp:txXfrm>
        <a:off x="5772135" y="2163414"/>
        <a:ext cx="2455312" cy="16181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620742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4400" b="1">
                <a:solidFill>
                  <a:srgbClr val="003366"/>
                </a:solidFill>
              </a:defRPr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Credit Risk Model Stability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2266345"/>
            <a:ext cx="3823335" cy="391061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  <a:defRPr sz="2400">
                <a:solidFill>
                  <a:srgbClr val="808080"/>
                </a:solidFill>
              </a:defRPr>
            </a:pPr>
            <a:r>
              <a:rPr lang="en-US" sz="2100" dirty="0">
                <a:solidFill>
                  <a:srgbClr val="FFFFFF"/>
                </a:solidFill>
              </a:rPr>
              <a:t>Home Credit Default Prediction</a:t>
            </a: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Capstone Project - March 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92015" y="2266345"/>
            <a:ext cx="3823335" cy="3910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2100">
                <a:solidFill>
                  <a:srgbClr val="FFFFFF"/>
                </a:solidFill>
              </a:rPr>
              <a:t>Team: Venkat Dinesh, Sai Charan, Lokesh Reddy, Pranav Dhara, Sunny Sunny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CA" sz="4500"/>
              <a:t>Executive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02A2B6-9472-67F7-0943-09B491B234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9262080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CA" sz="3500">
                <a:solidFill>
                  <a:srgbClr val="FFFFFF"/>
                </a:solidFill>
              </a:rPr>
              <a:t>The Business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951C85-2D6A-6815-4F9A-808ED771D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87862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CA" sz="4500"/>
              <a:t>9-Step Data Pipeline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B154C2-4305-604E-6101-AC11C2283F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1071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CA" sz="4500"/>
              <a:t>Technical 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5A64D7-0F8E-D96C-B85B-3AE262A23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4701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CA" sz="3500"/>
              <a:t>LightGBM Model Results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4075611" y="932688"/>
            <a:ext cx="4437453" cy="49926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sz="1600" dirty="0"/>
          </a:p>
          <a:p>
            <a:pPr>
              <a:lnSpc>
                <a:spcPct val="90000"/>
              </a:lnSpc>
              <a:spcAft>
                <a:spcPts val="600"/>
              </a:spcAft>
              <a:defRPr sz="2000" b="1">
                <a:solidFill>
                  <a:srgbClr val="4169E1"/>
                </a:solidFill>
              </a:defRPr>
            </a:pPr>
            <a:r>
              <a:rPr sz="1600" dirty="0"/>
              <a:t>Key Metrics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sz="1600" dirty="0"/>
              <a:t> AUC-ROC: 0.8030 (EXCEEDED target 0.75)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sz="1600" dirty="0"/>
              <a:t> Recall: 69.6% (catches 70% of defaults)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sz="1600" dirty="0"/>
              <a:t> Accuracy: 74.7% (strong overall)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sz="1600" dirty="0"/>
              <a:t>  Precision: 8.3% (expected with imbalance)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 sz="2000" b="1">
                <a:solidFill>
                  <a:srgbClr val="4169E1"/>
                </a:solidFill>
              </a:defRPr>
            </a:pPr>
            <a:r>
              <a:rPr sz="1600" dirty="0"/>
              <a:t>Test Set Performance (228,999 loans)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sz="1600" dirty="0"/>
              <a:t>True Positives: 5,009 (defaults caught)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sz="1600"/>
              <a:t>False Negatives: 2,190 (30% missed)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sz="1600" dirty="0"/>
              <a:t>True Negatives: 166,143 (correct approvals)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sz="1600" dirty="0"/>
              <a:t>False Positives: 55,657 (manual review needed)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 sz="2000" b="1">
                <a:solidFill>
                  <a:srgbClr val="4169E1"/>
                </a:solidFill>
              </a:defRPr>
            </a:pPr>
            <a:r>
              <a:rPr sz="1600" dirty="0"/>
              <a:t>Business Decision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 sz="1600"/>
            </a:pPr>
            <a:r>
              <a:rPr sz="1600" dirty="0"/>
              <a:t>Prioritize catching defaults over false alarms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4346" y="638089"/>
            <a:ext cx="3614166" cy="147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2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</a:defRPr>
            </a:pPr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Performance: ROC &amp; PR Curves</a:t>
            </a:r>
          </a:p>
        </p:txBody>
      </p:sp>
      <p:pic>
        <p:nvPicPr>
          <p:cNvPr id="4" name="Picture 3" descr="step8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1796427"/>
            <a:ext cx="4094226" cy="3265146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346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54346" y="2664886"/>
            <a:ext cx="3614166" cy="3550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i="1"/>
            </a:pPr>
            <a:r>
              <a:rPr lang="en-US" sz="1900"/>
              <a:t>LightGBM significantly outperforms baseline - AUC-ROC: 0.8030 vs Random: 0.50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Top 10 Risk Factors (SHAP)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F8DAEA-3BDF-00FA-1665-44A48D265A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2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</a:defRPr>
            </a:pPr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SHAP Feature Impact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320" y="2718054"/>
            <a:ext cx="257918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i="1"/>
            </a:pPr>
            <a:r>
              <a:rPr lang="en-US" sz="1500"/>
              <a:t>Red = High value pushes risk up | Blue = Low value pushes risk down | Dot width = Impact magnitude</a:t>
            </a:r>
          </a:p>
        </p:txBody>
      </p:sp>
      <p:pic>
        <p:nvPicPr>
          <p:cNvPr id="4" name="Picture 3" descr="step7_shap_summar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88" y="841248"/>
            <a:ext cx="4445105" cy="5276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Business Threshold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600"/>
              </a:spcAft>
              <a:buNone/>
              <a:defRPr sz="2000" b="1">
                <a:solidFill>
                  <a:srgbClr val="4169E1"/>
                </a:solidFill>
              </a:defRPr>
            </a:pPr>
            <a:r>
              <a:rPr dirty="0"/>
              <a:t>Cost Assumptions</a:t>
            </a:r>
          </a:p>
          <a:p>
            <a:pPr lvl="1">
              <a:spcAft>
                <a:spcPts val="300"/>
              </a:spcAft>
              <a:defRPr sz="1600"/>
            </a:pPr>
            <a:r>
              <a:rPr dirty="0"/>
              <a:t>False Negative (missed default): $10,000 loss</a:t>
            </a:r>
          </a:p>
          <a:p>
            <a:pPr lvl="1">
              <a:spcAft>
                <a:spcPts val="300"/>
              </a:spcAft>
              <a:defRPr sz="1600"/>
            </a:pPr>
            <a:r>
              <a:rPr dirty="0"/>
              <a:t>False Positive (rejected good): $500 lost revenue</a:t>
            </a:r>
          </a:p>
          <a:p>
            <a:pPr lvl="1">
              <a:spcAft>
                <a:spcPts val="300"/>
              </a:spcAft>
              <a:defRPr sz="1600"/>
            </a:pPr>
            <a:r>
              <a:rPr dirty="0"/>
              <a:t>Manual review cost: $1,000 per flagged loan</a:t>
            </a:r>
          </a:p>
          <a:p>
            <a:pPr marL="0" indent="0">
              <a:spcAft>
                <a:spcPts val="600"/>
              </a:spcAft>
              <a:buNone/>
              <a:defRPr sz="2000" b="1">
                <a:solidFill>
                  <a:srgbClr val="4169E1"/>
                </a:solidFill>
              </a:defRPr>
            </a:pPr>
            <a:r>
              <a:rPr dirty="0"/>
              <a:t>Optimal Thresholds</a:t>
            </a:r>
          </a:p>
          <a:p>
            <a:pPr lvl="1">
              <a:spcAft>
                <a:spcPts val="300"/>
              </a:spcAft>
              <a:defRPr sz="1600"/>
            </a:pPr>
            <a:r>
              <a:rPr dirty="0"/>
              <a:t> Cost-Optimized (0.60): Save $4.5M vs default</a:t>
            </a:r>
          </a:p>
          <a:p>
            <a:pPr lvl="1">
              <a:spcAft>
                <a:spcPts val="300"/>
              </a:spcAft>
              <a:defRPr sz="1600"/>
            </a:pPr>
            <a:r>
              <a:rPr dirty="0"/>
              <a:t>Balanced F1 (0.75): Best precision-recall tradeoff</a:t>
            </a:r>
          </a:p>
          <a:p>
            <a:pPr lvl="1">
              <a:spcAft>
                <a:spcPts val="300"/>
              </a:spcAft>
              <a:defRPr sz="1600"/>
            </a:pPr>
            <a:r>
              <a:rPr dirty="0"/>
              <a:t>Risk-Averse (0.10): Catch 99% of defaults</a:t>
            </a:r>
          </a:p>
          <a:p>
            <a:pPr lvl="1">
              <a:spcAft>
                <a:spcPts val="300"/>
              </a:spcAft>
              <a:defRPr sz="1600"/>
            </a:pPr>
            <a:r>
              <a:rPr dirty="0"/>
              <a:t>Conservative (0.90): Minimize false alarms</a:t>
            </a:r>
          </a:p>
          <a:p>
            <a:pPr marL="0" indent="0">
              <a:spcAft>
                <a:spcPts val="600"/>
              </a:spcAft>
              <a:buNone/>
              <a:defRPr sz="2000" b="1">
                <a:solidFill>
                  <a:srgbClr val="4169E1"/>
                </a:solidFill>
              </a:defRPr>
            </a:pPr>
            <a:r>
              <a:rPr dirty="0"/>
              <a:t>Recommendation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Use threshold 0.60 for best financial outcome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2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</a:defRPr>
            </a:pPr>
            <a:r>
              <a:rPr lang="en-US" sz="2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Threshold Optimization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320" y="2718054"/>
            <a:ext cx="257918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i="1"/>
            </a:pPr>
            <a:r>
              <a:rPr lang="en-US" sz="1500"/>
              <a:t>4-panel analysis: Precision/Recall/F1, Prediction Rate, Net Benefit, Confusion Components</a:t>
            </a:r>
          </a:p>
        </p:txBody>
      </p:sp>
      <p:pic>
        <p:nvPicPr>
          <p:cNvPr id="4" name="Picture 3" descr="step9_threshol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538966"/>
            <a:ext cx="5191506" cy="38806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B45CE-CFA8-D30F-FA0E-86681F3DA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3581" y="637762"/>
            <a:ext cx="4200435" cy="557677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Data Processing Pipeline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Source: 1.5M loan applications from 32 parquet tables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Raw Features: 727 engineered features after preprocessing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Feature Types: Temporal, behavioral, credit history, demographic</a:t>
            </a:r>
          </a:p>
          <a:p>
            <a:pPr algn="l">
              <a:lnSpc>
                <a:spcPct val="90000"/>
              </a:lnSpc>
            </a:pPr>
            <a:endParaRPr lang="en-CA" sz="130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 Feature Selection Strategy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Top 20 features contribute 39% of predictive power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Education level: Single most important feature (3.51%)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Payment behavior: Late payment % and past-due days (critical)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42 numerical features scaled using </a:t>
            </a:r>
            <a:r>
              <a:rPr lang="en-CA" sz="1300" dirty="0" err="1">
                <a:solidFill>
                  <a:schemeClr val="tx1"/>
                </a:solidFill>
              </a:rPr>
              <a:t>StandardScaler</a:t>
            </a:r>
            <a:endParaRPr lang="en-CA" sz="130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endParaRPr lang="en-CA" sz="130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🔧 Model Configuration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Algorithm: </a:t>
            </a:r>
            <a:r>
              <a:rPr lang="en-CA" sz="1300" dirty="0" err="1">
                <a:solidFill>
                  <a:schemeClr val="tx1"/>
                </a:solidFill>
              </a:rPr>
              <a:t>LightGBM</a:t>
            </a:r>
            <a:r>
              <a:rPr lang="en-CA" sz="1300" dirty="0">
                <a:solidFill>
                  <a:schemeClr val="tx1"/>
                </a:solidFill>
              </a:rPr>
              <a:t> Gradient Boosting Decision Trees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Class Imbalance: 30.8:1 (weighted training applied)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Hyperparameters: Tuned for AUC-ROC optimization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1"/>
                </a:solidFill>
              </a:rPr>
              <a:t>• Cross-validation: Stratified K-fold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E8E4E-7CD4-FD1F-0D7F-57504FD4D0DC}"/>
              </a:ext>
            </a:extLst>
          </p:cNvPr>
          <p:cNvSpPr txBox="1"/>
          <p:nvPr/>
        </p:nvSpPr>
        <p:spPr>
          <a:xfrm>
            <a:off x="3897798" y="6377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i="0" dirty="0">
                <a:effectLst/>
                <a:latin typeface="Segoe WPC"/>
              </a:rPr>
              <a:t>Model Architecture &amp; Feature Engineering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466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4DC86-85FF-F622-E511-0F0E9BFDA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3581" y="637762"/>
            <a:ext cx="4200435" cy="557677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 b="1"/>
              <a:t> Production Model (Full Capability)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• Total Features: 727 engineered variables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• Data Sources: Credit bureau, bank accounts, loan history, demographics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• Predictive Power: 100% (AUC-ROC 0.803)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• Accuracy: 74.7% overall, 69.6% recall for defaults</a:t>
            </a:r>
          </a:p>
          <a:p>
            <a:pPr algn="l">
              <a:lnSpc>
                <a:spcPct val="90000"/>
              </a:lnSpc>
            </a:pP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/>
              <a:t> Demo Application (Simplified Interface)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• Exposed Features: 13 critical risk indicators (1.8%)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• Coverage: 26.48% of model's predictive power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• User Experience: Simplified for demonstration purposes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• Feature Types: Payment history, loan details, temporal factors</a:t>
            </a:r>
          </a:p>
          <a:p>
            <a:pPr algn="l">
              <a:lnSpc>
                <a:spcPct val="90000"/>
              </a:lnSpc>
            </a:pPr>
            <a:endParaRPr lang="en-US" sz="1800"/>
          </a:p>
          <a:p>
            <a:pPr algn="l">
              <a:lnSpc>
                <a:spcPct val="90000"/>
              </a:lnSpc>
            </a:pPr>
            <a:endParaRPr lang="en-CA" sz="1800"/>
          </a:p>
        </p:txBody>
      </p:sp>
    </p:spTree>
    <p:extLst>
      <p:ext uri="{BB962C8B-B14F-4D97-AF65-F5344CB8AC3E}">
        <p14:creationId xmlns:p14="http://schemas.microsoft.com/office/powerpoint/2010/main" val="388514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200" b="1">
                <a:solidFill>
                  <a:srgbClr val="003366"/>
                </a:solidFill>
              </a:defRPr>
            </a:pPr>
            <a:r>
              <a:rPr lang="en-CA" sz="2700">
                <a:solidFill>
                  <a:srgbClr val="FFFFFF"/>
                </a:solidFill>
              </a:rPr>
              <a:t>Project Achievements &amp;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  <a:spcAft>
                <a:spcPts val="600"/>
              </a:spcAft>
              <a:defRPr sz="2000" b="1">
                <a:solidFill>
                  <a:srgbClr val="4169E1"/>
                </a:solidFill>
              </a:defRPr>
            </a:pPr>
            <a:r>
              <a:rPr lang="en-US" sz="1600"/>
              <a:t>Technical Achievements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 32 tables merged, 384M missing values handled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 AUC-ROC 0.8030 (exceeded target by 7%)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 Complete explainability with SHAP analysis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 Threshold optimization saved $4.5M vs default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 sz="2000" b="1">
                <a:solidFill>
                  <a:srgbClr val="4169E1"/>
                </a:solidFill>
              </a:defRPr>
            </a:pPr>
            <a:r>
              <a:rPr lang="en-US" sz="1600"/>
              <a:t>Academic Learnings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Handling severe class imbalance (30.8:1 ratio)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Complex data integration (1:1 &amp; 1:N relationships)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Production-ready ML pipeline development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Business cost-benefit analysis for AI systems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 sz="2000" b="1">
                <a:solidFill>
                  <a:srgbClr val="4169E1"/>
                </a:solidFill>
              </a:defRPr>
            </a:pPr>
            <a:r>
              <a:rPr lang="en-US" sz="1600"/>
              <a:t>Business Impact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Financial inclusion for 26M credit-invisible people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Prevented ~$50M in default losses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600"/>
            </a:pPr>
            <a:r>
              <a:rPr lang="en-US" sz="1600"/>
              <a:t>Transparent, regulatory-compliant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38B1C5E-BC00-4271-323F-700A422CF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1015" y="841664"/>
            <a:ext cx="3650704" cy="515680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🖥️ Technology Stack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Framework: </a:t>
            </a:r>
            <a:r>
              <a:rPr lang="en-CA" sz="1300" dirty="0" err="1">
                <a:solidFill>
                  <a:schemeClr val="tx2"/>
                </a:solidFill>
              </a:rPr>
              <a:t>Streamlit</a:t>
            </a:r>
            <a:r>
              <a:rPr lang="en-CA" sz="1300" dirty="0">
                <a:solidFill>
                  <a:schemeClr val="tx2"/>
                </a:solidFill>
              </a:rPr>
              <a:t> (Python web framework)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Visualization: Plotly interactive charts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Model: </a:t>
            </a:r>
            <a:r>
              <a:rPr lang="en-CA" sz="1300" dirty="0" err="1">
                <a:solidFill>
                  <a:schemeClr val="tx2"/>
                </a:solidFill>
              </a:rPr>
              <a:t>LightGBM</a:t>
            </a:r>
            <a:r>
              <a:rPr lang="en-CA" sz="1300" dirty="0">
                <a:solidFill>
                  <a:schemeClr val="tx2"/>
                </a:solidFill>
              </a:rPr>
              <a:t> v4.0+ with </a:t>
            </a:r>
            <a:r>
              <a:rPr lang="en-CA" sz="1300" dirty="0" err="1">
                <a:solidFill>
                  <a:schemeClr val="tx2"/>
                </a:solidFill>
              </a:rPr>
              <a:t>joblib</a:t>
            </a:r>
            <a:r>
              <a:rPr lang="en-CA" sz="1300" dirty="0">
                <a:solidFill>
                  <a:schemeClr val="tx2"/>
                </a:solidFill>
              </a:rPr>
              <a:t> serialization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Deployment: Local server with hot-reload capability</a:t>
            </a:r>
          </a:p>
          <a:p>
            <a:pPr algn="l">
              <a:lnSpc>
                <a:spcPct val="90000"/>
              </a:lnSpc>
            </a:pPr>
            <a:endParaRPr lang="en-CA" sz="1300" dirty="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⚡ Key Features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Real-time prediction: &lt;100ms response time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3 Quick Presets: Safe, Medium, High risk scenarios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13 Input Parameters: Core risk factors exposed in UI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4 Decision Thresholds: Conservative, Balanced, Cost-Optimal, High-Precision</a:t>
            </a:r>
          </a:p>
          <a:p>
            <a:pPr algn="l">
              <a:lnSpc>
                <a:spcPct val="90000"/>
              </a:lnSpc>
            </a:pPr>
            <a:endParaRPr lang="en-CA" sz="1300" dirty="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📱 User Interface Components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Risk Gauge: Visual probability display (0-100%)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Decision Matrix: Loan approval recommendations by strategy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Input Breakdown: Feature contribution analysis</a:t>
            </a:r>
          </a:p>
          <a:p>
            <a:pPr algn="l">
              <a:lnSpc>
                <a:spcPct val="90000"/>
              </a:lnSpc>
            </a:pPr>
            <a:r>
              <a:rPr lang="en-CA" sz="1300" dirty="0">
                <a:solidFill>
                  <a:schemeClr val="tx2"/>
                </a:solidFill>
              </a:rPr>
              <a:t>• Model Insights: Performance metrics and SHAP explainability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93279-0866-9F51-ED2B-45859BA4EE3D}"/>
              </a:ext>
            </a:extLst>
          </p:cNvPr>
          <p:cNvSpPr txBox="1"/>
          <p:nvPr/>
        </p:nvSpPr>
        <p:spPr>
          <a:xfrm>
            <a:off x="4690697" y="3105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i="0" dirty="0">
                <a:effectLst/>
                <a:latin typeface="Segoe WPC"/>
              </a:rPr>
              <a:t>Interactive Risk Prediction Demo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258694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A72B-DE17-A1D2-D2AE-781CD857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Thank You 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Presented by </a:t>
            </a:r>
            <a:r>
              <a:rPr lang="en-US" sz="1600" dirty="0" err="1">
                <a:solidFill>
                  <a:schemeClr val="tx2"/>
                </a:solidFill>
              </a:rPr>
              <a:t>VekatDinesh</a:t>
            </a:r>
            <a:r>
              <a:rPr lang="en-US" sz="1600" dirty="0">
                <a:solidFill>
                  <a:schemeClr val="tx2"/>
                </a:solidFill>
              </a:rPr>
              <a:t> Pasupuleti</a:t>
            </a:r>
            <a:endParaRPr lang="en-CA" sz="1600" dirty="0">
              <a:solidFill>
                <a:schemeClr val="tx2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400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1081</Words>
  <Application>Microsoft Office PowerPoint</Application>
  <PresentationFormat>On-screen Show (4:3)</PresentationFormat>
  <Paragraphs>169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WPC</vt:lpstr>
      <vt:lpstr>Office Theme</vt:lpstr>
      <vt:lpstr>Credit Risk Model Stability</vt:lpstr>
      <vt:lpstr>Executive Summary</vt:lpstr>
      <vt:lpstr>The Business Challenge</vt:lpstr>
      <vt:lpstr>9-Step Data Pipeline</vt:lpstr>
      <vt:lpstr>Technical Methodology</vt:lpstr>
      <vt:lpstr>LightGBM Model Results</vt:lpstr>
      <vt:lpstr> Model Performance: ROC &amp; PR Curves</vt:lpstr>
      <vt:lpstr>Top 10 Risk Factors (SHAP)</vt:lpstr>
      <vt:lpstr> SHAP Feature Impact Analysis</vt:lpstr>
      <vt:lpstr>Business Threshold Optimization</vt:lpstr>
      <vt:lpstr> Threshold Optimization Analysis</vt:lpstr>
      <vt:lpstr>PowerPoint Presentation</vt:lpstr>
      <vt:lpstr>PowerPoint Presentation</vt:lpstr>
      <vt:lpstr>Project Achievements &amp; Key Learnings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 Dinesh Pasupuleti</cp:lastModifiedBy>
  <cp:revision>6</cp:revision>
  <dcterms:created xsi:type="dcterms:W3CDTF">2013-01-27T09:14:16Z</dcterms:created>
  <dcterms:modified xsi:type="dcterms:W3CDTF">2026-04-06T22:01:14Z</dcterms:modified>
  <cp:category/>
</cp:coreProperties>
</file>